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3950" y="371475"/>
            <a:ext cx="3829050" cy="4400550"/>
          </a:xfrm>
          <a:custGeom>
            <a:avLst/>
            <a:gdLst/>
            <a:ahLst/>
            <a:cxnLst/>
            <a:rect l="0" t="0" r="0" b="0"/>
            <a:pathLst>
              <a:path w="3829050" h="4400550">
                <a:moveTo>
                  <a:pt x="3829050" y="4286250"/>
                </a:moveTo>
                <a:cubicBezTo>
                  <a:pt x="3829050" y="4349372"/>
                  <a:pt x="3777872" y="4400550"/>
                  <a:pt x="3714750" y="4400550"/>
                </a:cubicBezTo>
                <a:lnTo>
                  <a:pt x="114300" y="4400550"/>
                </a:lnTo>
                <a:cubicBezTo>
                  <a:pt x="51177" y="4400550"/>
                  <a:pt x="0" y="4349372"/>
                  <a:pt x="0" y="4286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14750" y="0"/>
                </a:lnTo>
                <a:cubicBezTo>
                  <a:pt x="3777872" y="0"/>
                  <a:pt x="3829050" y="51177"/>
                  <a:pt x="3829050" y="114300"/>
                </a:cubicBezTo>
                <a:lnTo>
                  <a:pt x="3829050" y="428625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3950" y="371474"/>
            <a:ext cx="3829050" cy="4400550"/>
          </a:xfrm>
          <a:custGeom>
            <a:avLst/>
            <a:gdLst/>
            <a:ahLst/>
            <a:cxnLst/>
            <a:rect l="0" t="0" r="0" b="0"/>
            <a:pathLst>
              <a:path w="3829050" h="4400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14750" y="0"/>
                </a:moveTo>
                <a:lnTo>
                  <a:pt x="114300" y="0"/>
                </a:lnTo>
                <a:moveTo>
                  <a:pt x="3829050" y="114300"/>
                </a:moveTo>
                <a:cubicBezTo>
                  <a:pt x="3829050" y="51174"/>
                  <a:pt x="3777875" y="0"/>
                  <a:pt x="3714750" y="0"/>
                </a:cubicBezTo>
                <a:moveTo>
                  <a:pt x="3829050" y="4286250"/>
                </a:moveTo>
                <a:lnTo>
                  <a:pt x="3829050" y="114300"/>
                </a:lnTo>
                <a:moveTo>
                  <a:pt x="3714750" y="4400550"/>
                </a:moveTo>
                <a:cubicBezTo>
                  <a:pt x="3777875" y="4400550"/>
                  <a:pt x="3829050" y="4349375"/>
                  <a:pt x="3829050" y="4286250"/>
                </a:cubicBezTo>
                <a:moveTo>
                  <a:pt x="3714750" y="4400550"/>
                </a:moveTo>
                <a:lnTo>
                  <a:pt x="114300" y="4400550"/>
                </a:lnTo>
                <a:moveTo>
                  <a:pt x="114300" y="4400550"/>
                </a:moveTo>
                <a:cubicBezTo>
                  <a:pt x="51174" y="4400550"/>
                  <a:pt x="0" y="4349375"/>
                  <a:pt x="0" y="4286250"/>
                </a:cubicBezTo>
                <a:moveTo>
                  <a:pt x="0" y="42862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7879" y="565080"/>
            <a:ext cx="449503" cy="451485"/>
          </a:xfrm>
          <a:custGeom>
            <a:avLst/>
            <a:gdLst/>
            <a:ahLst/>
            <a:cxnLst/>
            <a:rect l="0" t="0" r="0" b="0"/>
            <a:pathLst>
              <a:path w="449503" h="451485">
                <a:moveTo>
                  <a:pt x="64274" y="63284"/>
                </a:moveTo>
                <a:cubicBezTo>
                  <a:pt x="28060" y="63284"/>
                  <a:pt x="2743" y="46520"/>
                  <a:pt x="2743" y="31661"/>
                </a:cubicBezTo>
                <a:cubicBezTo>
                  <a:pt x="2743" y="16783"/>
                  <a:pt x="28060" y="0"/>
                  <a:pt x="64274" y="0"/>
                </a:cubicBezTo>
                <a:cubicBezTo>
                  <a:pt x="100507" y="0"/>
                  <a:pt x="125653" y="16763"/>
                  <a:pt x="125653" y="31642"/>
                </a:cubicBezTo>
                <a:cubicBezTo>
                  <a:pt x="125653" y="46501"/>
                  <a:pt x="100507" y="63265"/>
                  <a:pt x="64274" y="63265"/>
                </a:cubicBezTo>
                <a:moveTo>
                  <a:pt x="125653" y="75133"/>
                </a:moveTo>
                <a:cubicBezTo>
                  <a:pt x="125625" y="73713"/>
                  <a:pt x="124844" y="72418"/>
                  <a:pt x="123605" y="71732"/>
                </a:cubicBezTo>
                <a:cubicBezTo>
                  <a:pt x="122358" y="71046"/>
                  <a:pt x="120843" y="71085"/>
                  <a:pt x="119633" y="71818"/>
                </a:cubicBezTo>
                <a:cubicBezTo>
                  <a:pt x="102831" y="81553"/>
                  <a:pt x="83686" y="86477"/>
                  <a:pt x="64274" y="86048"/>
                </a:cubicBezTo>
                <a:cubicBezTo>
                  <a:pt x="44862" y="86496"/>
                  <a:pt x="25707" y="81572"/>
                  <a:pt x="8915" y="71818"/>
                </a:cubicBezTo>
                <a:cubicBezTo>
                  <a:pt x="7639" y="71113"/>
                  <a:pt x="6076" y="71113"/>
                  <a:pt x="4800" y="71818"/>
                </a:cubicBezTo>
                <a:cubicBezTo>
                  <a:pt x="3552" y="72542"/>
                  <a:pt x="2771" y="73866"/>
                  <a:pt x="2743" y="75304"/>
                </a:cubicBezTo>
                <a:lnTo>
                  <a:pt x="2743" y="126549"/>
                </a:lnTo>
                <a:cubicBezTo>
                  <a:pt x="2743" y="141408"/>
                  <a:pt x="28060" y="158172"/>
                  <a:pt x="64274" y="158172"/>
                </a:cubicBezTo>
                <a:cubicBezTo>
                  <a:pt x="100507" y="158172"/>
                  <a:pt x="125653" y="142360"/>
                  <a:pt x="125653" y="126549"/>
                </a:cubicBezTo>
                <a:lnTo>
                  <a:pt x="125653" y="75133"/>
                </a:lnTo>
                <a:moveTo>
                  <a:pt x="64198" y="183680"/>
                </a:moveTo>
                <a:cubicBezTo>
                  <a:pt x="53673" y="183680"/>
                  <a:pt x="45148" y="192204"/>
                  <a:pt x="45148" y="202730"/>
                </a:cubicBezTo>
                <a:lnTo>
                  <a:pt x="45148" y="238715"/>
                </a:lnTo>
                <a:cubicBezTo>
                  <a:pt x="45148" y="244440"/>
                  <a:pt x="47720" y="249859"/>
                  <a:pt x="52158" y="253479"/>
                </a:cubicBezTo>
                <a:lnTo>
                  <a:pt x="87496" y="282263"/>
                </a:lnTo>
                <a:cubicBezTo>
                  <a:pt x="95650" y="288912"/>
                  <a:pt x="107651" y="287693"/>
                  <a:pt x="114300" y="279539"/>
                </a:cubicBezTo>
                <a:cubicBezTo>
                  <a:pt x="120948" y="271386"/>
                  <a:pt x="119729" y="259384"/>
                  <a:pt x="111575" y="252736"/>
                </a:cubicBezTo>
                <a:lnTo>
                  <a:pt x="83248" y="229666"/>
                </a:lnTo>
                <a:lnTo>
                  <a:pt x="83248" y="202730"/>
                </a:lnTo>
                <a:cubicBezTo>
                  <a:pt x="83248" y="192204"/>
                  <a:pt x="74723" y="183680"/>
                  <a:pt x="64198" y="183680"/>
                </a:cubicBezTo>
                <a:moveTo>
                  <a:pt x="388048" y="183680"/>
                </a:moveTo>
                <a:cubicBezTo>
                  <a:pt x="398573" y="183680"/>
                  <a:pt x="407098" y="192204"/>
                  <a:pt x="407098" y="202730"/>
                </a:cubicBezTo>
                <a:lnTo>
                  <a:pt x="407098" y="238715"/>
                </a:lnTo>
                <a:cubicBezTo>
                  <a:pt x="407098" y="244440"/>
                  <a:pt x="404526" y="249859"/>
                  <a:pt x="400088" y="253479"/>
                </a:cubicBezTo>
                <a:lnTo>
                  <a:pt x="364750" y="282263"/>
                </a:lnTo>
                <a:cubicBezTo>
                  <a:pt x="356577" y="288597"/>
                  <a:pt x="344843" y="287264"/>
                  <a:pt x="338308" y="279244"/>
                </a:cubicBezTo>
                <a:cubicBezTo>
                  <a:pt x="331774" y="271224"/>
                  <a:pt x="332832" y="259461"/>
                  <a:pt x="340690" y="252736"/>
                </a:cubicBezTo>
                <a:lnTo>
                  <a:pt x="368998" y="229666"/>
                </a:lnTo>
                <a:lnTo>
                  <a:pt x="368998" y="202730"/>
                </a:lnTo>
                <a:cubicBezTo>
                  <a:pt x="368998" y="192204"/>
                  <a:pt x="377523" y="183680"/>
                  <a:pt x="388048" y="183680"/>
                </a:cubicBezTo>
                <a:moveTo>
                  <a:pt x="244220" y="202730"/>
                </a:moveTo>
                <a:cubicBezTo>
                  <a:pt x="244220" y="192204"/>
                  <a:pt x="235696" y="183680"/>
                  <a:pt x="225170" y="183680"/>
                </a:cubicBezTo>
                <a:cubicBezTo>
                  <a:pt x="214645" y="183680"/>
                  <a:pt x="206120" y="192204"/>
                  <a:pt x="206120" y="202730"/>
                </a:cubicBezTo>
                <a:lnTo>
                  <a:pt x="206120" y="230866"/>
                </a:lnTo>
                <a:cubicBezTo>
                  <a:pt x="206120" y="241392"/>
                  <a:pt x="214645" y="249916"/>
                  <a:pt x="225170" y="249916"/>
                </a:cubicBezTo>
                <a:cubicBezTo>
                  <a:pt x="235696" y="249916"/>
                  <a:pt x="244220" y="241392"/>
                  <a:pt x="244220" y="230866"/>
                </a:cubicBezTo>
                <a:lnTo>
                  <a:pt x="244220" y="202730"/>
                </a:lnTo>
                <a:moveTo>
                  <a:pt x="286054" y="73171"/>
                </a:moveTo>
                <a:cubicBezTo>
                  <a:pt x="286416" y="73761"/>
                  <a:pt x="286607" y="74437"/>
                  <a:pt x="286626" y="75133"/>
                </a:cubicBezTo>
                <a:lnTo>
                  <a:pt x="286626" y="126568"/>
                </a:lnTo>
                <a:cubicBezTo>
                  <a:pt x="286626" y="142379"/>
                  <a:pt x="261480" y="158191"/>
                  <a:pt x="225247" y="158191"/>
                </a:cubicBezTo>
                <a:cubicBezTo>
                  <a:pt x="189033" y="158191"/>
                  <a:pt x="163715" y="141427"/>
                  <a:pt x="163715" y="126568"/>
                </a:cubicBezTo>
                <a:lnTo>
                  <a:pt x="163715" y="75285"/>
                </a:lnTo>
                <a:cubicBezTo>
                  <a:pt x="163744" y="73847"/>
                  <a:pt x="164525" y="72523"/>
                  <a:pt x="165773" y="71799"/>
                </a:cubicBezTo>
                <a:cubicBezTo>
                  <a:pt x="167049" y="71094"/>
                  <a:pt x="168611" y="71094"/>
                  <a:pt x="169887" y="71799"/>
                </a:cubicBezTo>
                <a:cubicBezTo>
                  <a:pt x="186680" y="81553"/>
                  <a:pt x="205835" y="86477"/>
                  <a:pt x="225247" y="86029"/>
                </a:cubicBezTo>
                <a:cubicBezTo>
                  <a:pt x="244659" y="86458"/>
                  <a:pt x="263804" y="81533"/>
                  <a:pt x="280606" y="71799"/>
                </a:cubicBezTo>
                <a:cubicBezTo>
                  <a:pt x="281501" y="71256"/>
                  <a:pt x="282587" y="71085"/>
                  <a:pt x="283606" y="71332"/>
                </a:cubicBezTo>
                <a:cubicBezTo>
                  <a:pt x="284626" y="71589"/>
                  <a:pt x="285511" y="72237"/>
                  <a:pt x="286054" y="73132"/>
                </a:cubicBezTo>
                <a:moveTo>
                  <a:pt x="449503" y="75133"/>
                </a:moveTo>
                <a:cubicBezTo>
                  <a:pt x="449475" y="73713"/>
                  <a:pt x="448694" y="72418"/>
                  <a:pt x="447455" y="71732"/>
                </a:cubicBezTo>
                <a:cubicBezTo>
                  <a:pt x="446208" y="71046"/>
                  <a:pt x="444693" y="71085"/>
                  <a:pt x="443483" y="71818"/>
                </a:cubicBezTo>
                <a:cubicBezTo>
                  <a:pt x="426681" y="81553"/>
                  <a:pt x="407536" y="86477"/>
                  <a:pt x="388124" y="86048"/>
                </a:cubicBezTo>
                <a:cubicBezTo>
                  <a:pt x="368712" y="86496"/>
                  <a:pt x="349557" y="81572"/>
                  <a:pt x="332765" y="71818"/>
                </a:cubicBezTo>
                <a:cubicBezTo>
                  <a:pt x="331489" y="71113"/>
                  <a:pt x="329926" y="71113"/>
                  <a:pt x="328650" y="71818"/>
                </a:cubicBezTo>
                <a:cubicBezTo>
                  <a:pt x="327402" y="72542"/>
                  <a:pt x="326621" y="73866"/>
                  <a:pt x="326593" y="75304"/>
                </a:cubicBezTo>
                <a:lnTo>
                  <a:pt x="326593" y="126549"/>
                </a:lnTo>
                <a:cubicBezTo>
                  <a:pt x="326593" y="141408"/>
                  <a:pt x="351910" y="158172"/>
                  <a:pt x="388124" y="158172"/>
                </a:cubicBezTo>
                <a:cubicBezTo>
                  <a:pt x="424357" y="158172"/>
                  <a:pt x="449503" y="142360"/>
                  <a:pt x="449503" y="126549"/>
                </a:cubicBezTo>
                <a:lnTo>
                  <a:pt x="449503" y="75133"/>
                </a:lnTo>
                <a:moveTo>
                  <a:pt x="326593" y="31642"/>
                </a:moveTo>
                <a:cubicBezTo>
                  <a:pt x="326593" y="46501"/>
                  <a:pt x="351910" y="63265"/>
                  <a:pt x="388124" y="63265"/>
                </a:cubicBezTo>
                <a:cubicBezTo>
                  <a:pt x="424357" y="63265"/>
                  <a:pt x="449503" y="46501"/>
                  <a:pt x="449503" y="31642"/>
                </a:cubicBezTo>
                <a:cubicBezTo>
                  <a:pt x="449503" y="16783"/>
                  <a:pt x="424357" y="19"/>
                  <a:pt x="388124" y="19"/>
                </a:cubicBezTo>
                <a:cubicBezTo>
                  <a:pt x="351910" y="19"/>
                  <a:pt x="326593" y="16783"/>
                  <a:pt x="326593" y="31642"/>
                </a:cubicBezTo>
                <a:moveTo>
                  <a:pt x="225247" y="63265"/>
                </a:moveTo>
                <a:cubicBezTo>
                  <a:pt x="189033" y="63265"/>
                  <a:pt x="163715" y="46501"/>
                  <a:pt x="163715" y="31642"/>
                </a:cubicBezTo>
                <a:cubicBezTo>
                  <a:pt x="163715" y="16783"/>
                  <a:pt x="189033" y="19"/>
                  <a:pt x="225247" y="19"/>
                </a:cubicBezTo>
                <a:cubicBezTo>
                  <a:pt x="261480" y="19"/>
                  <a:pt x="286626" y="16783"/>
                  <a:pt x="286626" y="31642"/>
                </a:cubicBezTo>
                <a:cubicBezTo>
                  <a:pt x="286626" y="46501"/>
                  <a:pt x="261480" y="63265"/>
                  <a:pt x="225247" y="63265"/>
                </a:cubicBezTo>
                <a:moveTo>
                  <a:pt x="89534" y="391725"/>
                </a:moveTo>
                <a:cubicBezTo>
                  <a:pt x="59683" y="421157"/>
                  <a:pt x="29851" y="421157"/>
                  <a:pt x="0" y="421157"/>
                </a:cubicBezTo>
                <a:lnTo>
                  <a:pt x="0" y="451485"/>
                </a:lnTo>
                <a:lnTo>
                  <a:pt x="449484" y="451485"/>
                </a:lnTo>
                <a:lnTo>
                  <a:pt x="449484" y="421138"/>
                </a:lnTo>
                <a:cubicBezTo>
                  <a:pt x="419652" y="421138"/>
                  <a:pt x="389820" y="421138"/>
                  <a:pt x="359987" y="391687"/>
                </a:cubicBezTo>
                <a:cubicBezTo>
                  <a:pt x="330155" y="421138"/>
                  <a:pt x="300323" y="421138"/>
                  <a:pt x="292360" y="421138"/>
                </a:cubicBezTo>
                <a:cubicBezTo>
                  <a:pt x="284397" y="421138"/>
                  <a:pt x="254565" y="421138"/>
                  <a:pt x="224732" y="391687"/>
                </a:cubicBezTo>
                <a:cubicBezTo>
                  <a:pt x="194900" y="421138"/>
                  <a:pt x="165068" y="421138"/>
                  <a:pt x="157105" y="421138"/>
                </a:cubicBezTo>
                <a:cubicBezTo>
                  <a:pt x="149161" y="421138"/>
                  <a:pt x="119329" y="421138"/>
                  <a:pt x="89477" y="391687"/>
                </a:cubicBezTo>
                <a:moveTo>
                  <a:pt x="137560" y="383914"/>
                </a:moveTo>
                <a:cubicBezTo>
                  <a:pt x="137521" y="378275"/>
                  <a:pt x="135616" y="374523"/>
                  <a:pt x="131845" y="370751"/>
                </a:cubicBezTo>
                <a:lnTo>
                  <a:pt x="122320" y="361226"/>
                </a:lnTo>
                <a:cubicBezTo>
                  <a:pt x="116605" y="355511"/>
                  <a:pt x="114700" y="347891"/>
                  <a:pt x="118510" y="340271"/>
                </a:cubicBezTo>
                <a:cubicBezTo>
                  <a:pt x="122320" y="332651"/>
                  <a:pt x="128035" y="328841"/>
                  <a:pt x="137560" y="328841"/>
                </a:cubicBezTo>
                <a:lnTo>
                  <a:pt x="150895" y="328841"/>
                </a:lnTo>
                <a:cubicBezTo>
                  <a:pt x="156610" y="328841"/>
                  <a:pt x="160420" y="326936"/>
                  <a:pt x="164230" y="323126"/>
                </a:cubicBezTo>
                <a:cubicBezTo>
                  <a:pt x="168040" y="319316"/>
                  <a:pt x="169945" y="313601"/>
                  <a:pt x="169945" y="309791"/>
                </a:cubicBezTo>
                <a:lnTo>
                  <a:pt x="169945" y="296456"/>
                </a:lnTo>
                <a:cubicBezTo>
                  <a:pt x="169945" y="288836"/>
                  <a:pt x="173755" y="281216"/>
                  <a:pt x="181375" y="277406"/>
                </a:cubicBezTo>
                <a:cubicBezTo>
                  <a:pt x="188995" y="273596"/>
                  <a:pt x="196615" y="275501"/>
                  <a:pt x="202330" y="281216"/>
                </a:cubicBezTo>
                <a:lnTo>
                  <a:pt x="211855" y="290741"/>
                </a:lnTo>
                <a:cubicBezTo>
                  <a:pt x="215665" y="294551"/>
                  <a:pt x="219475" y="296456"/>
                  <a:pt x="225190" y="296456"/>
                </a:cubicBezTo>
                <a:cubicBezTo>
                  <a:pt x="230905" y="296456"/>
                  <a:pt x="234715" y="294551"/>
                  <a:pt x="238525" y="290741"/>
                </a:cubicBezTo>
                <a:lnTo>
                  <a:pt x="248050" y="281216"/>
                </a:lnTo>
                <a:cubicBezTo>
                  <a:pt x="253765" y="275501"/>
                  <a:pt x="261385" y="273596"/>
                  <a:pt x="269005" y="277406"/>
                </a:cubicBezTo>
                <a:cubicBezTo>
                  <a:pt x="276625" y="281216"/>
                  <a:pt x="280435" y="286931"/>
                  <a:pt x="280435" y="296456"/>
                </a:cubicBezTo>
                <a:lnTo>
                  <a:pt x="280435" y="309791"/>
                </a:lnTo>
                <a:cubicBezTo>
                  <a:pt x="280435" y="315506"/>
                  <a:pt x="282340" y="319316"/>
                  <a:pt x="286150" y="323126"/>
                </a:cubicBezTo>
                <a:cubicBezTo>
                  <a:pt x="289960" y="326936"/>
                  <a:pt x="295675" y="328841"/>
                  <a:pt x="299485" y="328841"/>
                </a:cubicBezTo>
                <a:lnTo>
                  <a:pt x="312820" y="328841"/>
                </a:lnTo>
                <a:cubicBezTo>
                  <a:pt x="320440" y="328841"/>
                  <a:pt x="328060" y="332651"/>
                  <a:pt x="331870" y="340271"/>
                </a:cubicBezTo>
                <a:cubicBezTo>
                  <a:pt x="335680" y="347891"/>
                  <a:pt x="333775" y="355511"/>
                  <a:pt x="328060" y="361226"/>
                </a:cubicBezTo>
                <a:lnTo>
                  <a:pt x="314725" y="370751"/>
                </a:lnTo>
                <a:cubicBezTo>
                  <a:pt x="310953" y="374523"/>
                  <a:pt x="309048" y="378294"/>
                  <a:pt x="309010" y="383895"/>
                </a:cubicBezTo>
                <a:cubicBezTo>
                  <a:pt x="309010" y="385476"/>
                  <a:pt x="309181" y="386905"/>
                  <a:pt x="309486" y="388239"/>
                </a:cubicBezTo>
                <a:cubicBezTo>
                  <a:pt x="298970" y="392620"/>
                  <a:pt x="290760" y="392620"/>
                  <a:pt x="287616" y="392620"/>
                </a:cubicBezTo>
                <a:cubicBezTo>
                  <a:pt x="283349" y="392620"/>
                  <a:pt x="272662" y="392620"/>
                  <a:pt x="259441" y="385495"/>
                </a:cubicBezTo>
                <a:cubicBezTo>
                  <a:pt x="259832" y="375656"/>
                  <a:pt x="256193" y="366093"/>
                  <a:pt x="249374" y="358997"/>
                </a:cubicBezTo>
                <a:cubicBezTo>
                  <a:pt x="242544" y="351901"/>
                  <a:pt x="233124" y="347891"/>
                  <a:pt x="223285" y="347891"/>
                </a:cubicBezTo>
                <a:cubicBezTo>
                  <a:pt x="202863" y="347891"/>
                  <a:pt x="187852" y="364178"/>
                  <a:pt x="187109" y="382657"/>
                </a:cubicBezTo>
                <a:cubicBezTo>
                  <a:pt x="171716" y="392620"/>
                  <a:pt x="158857" y="392601"/>
                  <a:pt x="154724" y="392601"/>
                </a:cubicBezTo>
                <a:cubicBezTo>
                  <a:pt x="151447" y="392601"/>
                  <a:pt x="145027" y="392601"/>
                  <a:pt x="136626" y="389858"/>
                </a:cubicBezTo>
                <a:cubicBezTo>
                  <a:pt x="137264" y="387934"/>
                  <a:pt x="137579" y="385924"/>
                  <a:pt x="137560" y="383895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381000" y="371475"/>
            <a:ext cx="4028598" cy="1200149"/>
            <a:chOff x="390525" y="371475"/>
            <a:chExt cx="4028598" cy="1200149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371475"/>
              <a:ext cx="4028598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INTRODUCTION TO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771524"/>
              <a:ext cx="402859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DATA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1171574"/>
              <a:ext cx="402859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WAREHOUSING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143500" y="1190625"/>
            <a:ext cx="233636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384F61"/>
                </a:solidFill>
                <a:latin typeface="Georgia"/>
              </a:rPr>
              <a:t>Data Warehousing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0" y="1466850"/>
            <a:ext cx="2907982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384F61"/>
                </a:solidFill>
                <a:latin typeface="Georgia"/>
              </a:rPr>
              <a:t>The ecosystem spans from raw data to strategic decisions.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81000" y="4314825"/>
            <a:ext cx="3909898" cy="457200"/>
            <a:chOff x="390525" y="4314825"/>
            <a:chExt cx="3909898" cy="457200"/>
          </a:xfrm>
        </p:grpSpPr>
        <p:sp>
          <p:nvSpPr>
            <p:cNvPr id="11" name="TextBox 10"/>
            <p:cNvSpPr txBox="1"/>
            <p:nvPr/>
          </p:nvSpPr>
          <p:spPr>
            <a:xfrm>
              <a:off x="390525" y="4314825"/>
              <a:ext cx="39098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The Data Warehousing Ecosystem: From Raw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4543425"/>
              <a:ext cx="39098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Data to Strategic Decisions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89308" y="240758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89308" y="301714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89308" y="3626694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9308" y="442674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3120162" y="1760470"/>
            <a:ext cx="763238" cy="1332709"/>
            <a:chOff x="3103079" y="1710413"/>
            <a:chExt cx="763238" cy="1332709"/>
          </a:xfrm>
        </p:grpSpPr>
        <p:sp>
          <p:nvSpPr>
            <p:cNvPr id="6" name="Rounded Rectangle 5"/>
            <p:cNvSpPr/>
            <p:nvPr/>
          </p:nvSpPr>
          <p:spPr>
            <a:xfrm>
              <a:off x="3103079" y="1710413"/>
              <a:ext cx="763238" cy="1332709"/>
            </a:xfrm>
            <a:custGeom>
              <a:avLst/>
              <a:gdLst/>
              <a:ahLst/>
              <a:cxnLst/>
              <a:rect l="0" t="0" r="0" b="0"/>
              <a:pathLst>
                <a:path w="763238" h="1332709">
                  <a:moveTo>
                    <a:pt x="80343" y="822893"/>
                  </a:moveTo>
                  <a:cubicBezTo>
                    <a:pt x="80343" y="769620"/>
                    <a:pt x="101507" y="718527"/>
                    <a:pt x="139169" y="680866"/>
                  </a:cubicBezTo>
                  <a:lnTo>
                    <a:pt x="317906" y="500757"/>
                  </a:lnTo>
                  <a:cubicBezTo>
                    <a:pt x="305914" y="488527"/>
                    <a:pt x="303485" y="475783"/>
                    <a:pt x="294589" y="467115"/>
                  </a:cubicBezTo>
                  <a:cubicBezTo>
                    <a:pt x="284816" y="457590"/>
                    <a:pt x="268814" y="453913"/>
                    <a:pt x="261108" y="443960"/>
                  </a:cubicBezTo>
                  <a:lnTo>
                    <a:pt x="82362" y="624049"/>
                  </a:lnTo>
                  <a:cubicBezTo>
                    <a:pt x="29622" y="676789"/>
                    <a:pt x="0" y="748312"/>
                    <a:pt x="0" y="822893"/>
                  </a:cubicBezTo>
                  <a:lnTo>
                    <a:pt x="0" y="1135941"/>
                  </a:lnTo>
                  <a:cubicBezTo>
                    <a:pt x="51463" y="1188472"/>
                    <a:pt x="80343" y="1259100"/>
                    <a:pt x="80343" y="1332709"/>
                  </a:cubicBezTo>
                  <a:lnTo>
                    <a:pt x="80343" y="822893"/>
                  </a:lnTo>
                  <a:moveTo>
                    <a:pt x="682904" y="15192"/>
                  </a:moveTo>
                  <a:lnTo>
                    <a:pt x="763238" y="0"/>
                  </a:lnTo>
                  <a:lnTo>
                    <a:pt x="748045" y="80343"/>
                  </a:lnTo>
                  <a:lnTo>
                    <a:pt x="763238" y="80343"/>
                  </a:lnTo>
                  <a:lnTo>
                    <a:pt x="748045" y="160686"/>
                  </a:lnTo>
                  <a:lnTo>
                    <a:pt x="763238" y="160686"/>
                  </a:lnTo>
                  <a:lnTo>
                    <a:pt x="748045" y="241020"/>
                  </a:lnTo>
                  <a:lnTo>
                    <a:pt x="763238" y="241020"/>
                  </a:lnTo>
                  <a:cubicBezTo>
                    <a:pt x="755008" y="277844"/>
                    <a:pt x="744702" y="318020"/>
                    <a:pt x="744702" y="318020"/>
                  </a:cubicBezTo>
                  <a:lnTo>
                    <a:pt x="760857" y="318020"/>
                  </a:lnTo>
                  <a:cubicBezTo>
                    <a:pt x="746874" y="361540"/>
                    <a:pt x="714575" y="398354"/>
                    <a:pt x="714575" y="398354"/>
                  </a:cubicBezTo>
                  <a:lnTo>
                    <a:pt x="734653" y="401707"/>
                  </a:lnTo>
                  <a:cubicBezTo>
                    <a:pt x="711222" y="441874"/>
                    <a:pt x="664359" y="472001"/>
                    <a:pt x="664359" y="472001"/>
                  </a:cubicBezTo>
                  <a:lnTo>
                    <a:pt x="681094" y="479812"/>
                  </a:lnTo>
                  <a:cubicBezTo>
                    <a:pt x="647623" y="511054"/>
                    <a:pt x="584015" y="525570"/>
                    <a:pt x="584015" y="525570"/>
                  </a:cubicBezTo>
                  <a:lnTo>
                    <a:pt x="597408" y="537714"/>
                  </a:lnTo>
                  <a:cubicBezTo>
                    <a:pt x="553888" y="555698"/>
                    <a:pt x="482050" y="542305"/>
                    <a:pt x="482050" y="542305"/>
                  </a:cubicBezTo>
                  <a:lnTo>
                    <a:pt x="482050" y="562384"/>
                  </a:lnTo>
                  <a:cubicBezTo>
                    <a:pt x="482050" y="562384"/>
                    <a:pt x="423338" y="549001"/>
                    <a:pt x="379818" y="518874"/>
                  </a:cubicBezTo>
                  <a:lnTo>
                    <a:pt x="379818" y="543229"/>
                  </a:lnTo>
                  <a:cubicBezTo>
                    <a:pt x="343185" y="528923"/>
                    <a:pt x="311324" y="500586"/>
                    <a:pt x="294589" y="467115"/>
                  </a:cubicBezTo>
                  <a:cubicBezTo>
                    <a:pt x="260680" y="449951"/>
                    <a:pt x="234315" y="420052"/>
                    <a:pt x="220017" y="383428"/>
                  </a:cubicBezTo>
                  <a:lnTo>
                    <a:pt x="244373" y="383428"/>
                  </a:lnTo>
                  <a:cubicBezTo>
                    <a:pt x="214245" y="339909"/>
                    <a:pt x="200853" y="281197"/>
                    <a:pt x="200853" y="281197"/>
                  </a:cubicBezTo>
                  <a:lnTo>
                    <a:pt x="220941" y="281197"/>
                  </a:lnTo>
                  <a:cubicBezTo>
                    <a:pt x="220941" y="281197"/>
                    <a:pt x="207549" y="209349"/>
                    <a:pt x="225532" y="165830"/>
                  </a:cubicBezTo>
                  <a:lnTo>
                    <a:pt x="237677" y="179222"/>
                  </a:lnTo>
                  <a:cubicBezTo>
                    <a:pt x="237677" y="179222"/>
                    <a:pt x="252183" y="115623"/>
                    <a:pt x="283425" y="82143"/>
                  </a:cubicBezTo>
                  <a:lnTo>
                    <a:pt x="291236" y="98879"/>
                  </a:lnTo>
                  <a:cubicBezTo>
                    <a:pt x="291236" y="98879"/>
                    <a:pt x="321363" y="52016"/>
                    <a:pt x="361540" y="28584"/>
                  </a:cubicBezTo>
                  <a:lnTo>
                    <a:pt x="364883" y="48672"/>
                  </a:lnTo>
                  <a:cubicBezTo>
                    <a:pt x="364883" y="48672"/>
                    <a:pt x="401707" y="16363"/>
                    <a:pt x="445227" y="2390"/>
                  </a:cubicBezTo>
                  <a:lnTo>
                    <a:pt x="445227" y="18545"/>
                  </a:lnTo>
                  <a:cubicBezTo>
                    <a:pt x="445227" y="18545"/>
                    <a:pt x="485393" y="8239"/>
                    <a:pt x="522217" y="0"/>
                  </a:cubicBezTo>
                  <a:lnTo>
                    <a:pt x="522217" y="15192"/>
                  </a:lnTo>
                  <a:lnTo>
                    <a:pt x="602561" y="0"/>
                  </a:lnTo>
                  <a:lnTo>
                    <a:pt x="602561" y="15192"/>
                  </a:lnTo>
                  <a:lnTo>
                    <a:pt x="682904" y="0"/>
                  </a:lnTo>
                  <a:lnTo>
                    <a:pt x="682904" y="15192"/>
                  </a:ln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303932" y="1710413"/>
              <a:ext cx="562384" cy="562384"/>
            </a:xfrm>
            <a:custGeom>
              <a:avLst/>
              <a:gdLst/>
              <a:ahLst/>
              <a:cxnLst/>
              <a:rect l="0" t="0" r="0" b="0"/>
              <a:pathLst>
                <a:path w="562384" h="562384">
                  <a:moveTo>
                    <a:pt x="482050" y="15192"/>
                  </a:moveTo>
                  <a:lnTo>
                    <a:pt x="562384" y="0"/>
                  </a:lnTo>
                  <a:lnTo>
                    <a:pt x="547192" y="80343"/>
                  </a:lnTo>
                  <a:lnTo>
                    <a:pt x="562384" y="80343"/>
                  </a:lnTo>
                  <a:lnTo>
                    <a:pt x="547192" y="160686"/>
                  </a:lnTo>
                  <a:lnTo>
                    <a:pt x="562384" y="160686"/>
                  </a:lnTo>
                  <a:lnTo>
                    <a:pt x="547192" y="241020"/>
                  </a:lnTo>
                  <a:lnTo>
                    <a:pt x="562384" y="241020"/>
                  </a:lnTo>
                  <a:cubicBezTo>
                    <a:pt x="554154" y="277844"/>
                    <a:pt x="543848" y="318020"/>
                    <a:pt x="543848" y="318020"/>
                  </a:cubicBezTo>
                  <a:lnTo>
                    <a:pt x="560003" y="318020"/>
                  </a:lnTo>
                  <a:cubicBezTo>
                    <a:pt x="546020" y="361540"/>
                    <a:pt x="513721" y="398354"/>
                    <a:pt x="513721" y="398354"/>
                  </a:cubicBezTo>
                  <a:lnTo>
                    <a:pt x="533800" y="401707"/>
                  </a:lnTo>
                  <a:cubicBezTo>
                    <a:pt x="510368" y="441874"/>
                    <a:pt x="463505" y="472001"/>
                    <a:pt x="463505" y="472001"/>
                  </a:cubicBezTo>
                  <a:lnTo>
                    <a:pt x="480240" y="479812"/>
                  </a:lnTo>
                  <a:cubicBezTo>
                    <a:pt x="446770" y="511054"/>
                    <a:pt x="383162" y="525570"/>
                    <a:pt x="383162" y="525570"/>
                  </a:cubicBezTo>
                  <a:lnTo>
                    <a:pt x="396554" y="537714"/>
                  </a:lnTo>
                  <a:cubicBezTo>
                    <a:pt x="353034" y="555698"/>
                    <a:pt x="281197" y="542305"/>
                    <a:pt x="281197" y="542305"/>
                  </a:cubicBezTo>
                  <a:lnTo>
                    <a:pt x="281197" y="562384"/>
                  </a:lnTo>
                  <a:cubicBezTo>
                    <a:pt x="281197" y="562384"/>
                    <a:pt x="222484" y="549001"/>
                    <a:pt x="178965" y="518874"/>
                  </a:cubicBezTo>
                  <a:lnTo>
                    <a:pt x="178965" y="543229"/>
                  </a:lnTo>
                  <a:cubicBezTo>
                    <a:pt x="142332" y="528923"/>
                    <a:pt x="110470" y="500586"/>
                    <a:pt x="93735" y="467115"/>
                  </a:cubicBezTo>
                  <a:cubicBezTo>
                    <a:pt x="59826" y="449951"/>
                    <a:pt x="33461" y="420052"/>
                    <a:pt x="19164" y="383428"/>
                  </a:cubicBezTo>
                  <a:lnTo>
                    <a:pt x="43519" y="383428"/>
                  </a:lnTo>
                  <a:cubicBezTo>
                    <a:pt x="13392" y="339909"/>
                    <a:pt x="0" y="281197"/>
                    <a:pt x="0" y="281197"/>
                  </a:cubicBezTo>
                  <a:lnTo>
                    <a:pt x="20088" y="281197"/>
                  </a:lnTo>
                  <a:cubicBezTo>
                    <a:pt x="20088" y="281197"/>
                    <a:pt x="6696" y="209349"/>
                    <a:pt x="24679" y="165830"/>
                  </a:cubicBezTo>
                  <a:lnTo>
                    <a:pt x="36823" y="179222"/>
                  </a:lnTo>
                  <a:cubicBezTo>
                    <a:pt x="36823" y="179222"/>
                    <a:pt x="51330" y="115623"/>
                    <a:pt x="82572" y="82143"/>
                  </a:cubicBezTo>
                  <a:lnTo>
                    <a:pt x="90382" y="98879"/>
                  </a:lnTo>
                  <a:cubicBezTo>
                    <a:pt x="90382" y="98879"/>
                    <a:pt x="120510" y="52016"/>
                    <a:pt x="160686" y="28584"/>
                  </a:cubicBezTo>
                  <a:lnTo>
                    <a:pt x="164030" y="48672"/>
                  </a:lnTo>
                  <a:cubicBezTo>
                    <a:pt x="164030" y="48672"/>
                    <a:pt x="200853" y="16363"/>
                    <a:pt x="244373" y="2390"/>
                  </a:cubicBezTo>
                  <a:lnTo>
                    <a:pt x="244373" y="18545"/>
                  </a:lnTo>
                  <a:cubicBezTo>
                    <a:pt x="244373" y="18545"/>
                    <a:pt x="284540" y="8239"/>
                    <a:pt x="321363" y="0"/>
                  </a:cubicBezTo>
                  <a:lnTo>
                    <a:pt x="321363" y="15192"/>
                  </a:lnTo>
                  <a:lnTo>
                    <a:pt x="401707" y="0"/>
                  </a:lnTo>
                  <a:lnTo>
                    <a:pt x="401707" y="15192"/>
                  </a:lnTo>
                  <a:lnTo>
                    <a:pt x="482050" y="0"/>
                  </a:lnTo>
                  <a:lnTo>
                    <a:pt x="482050" y="15192"/>
                  </a:ln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120162" y="1760470"/>
            <a:ext cx="763242" cy="1332711"/>
            <a:chOff x="3103079" y="1710413"/>
            <a:chExt cx="763242" cy="1332711"/>
          </a:xfrm>
        </p:grpSpPr>
        <p:sp>
          <p:nvSpPr>
            <p:cNvPr id="9" name="Rounded Rectangle 8"/>
            <p:cNvSpPr/>
            <p:nvPr/>
          </p:nvSpPr>
          <p:spPr>
            <a:xfrm>
              <a:off x="3103079" y="2154371"/>
              <a:ext cx="317910" cy="888753"/>
            </a:xfrm>
            <a:custGeom>
              <a:avLst/>
              <a:gdLst/>
              <a:ahLst/>
              <a:cxnLst/>
              <a:rect l="0" t="0" r="0" b="0"/>
              <a:pathLst>
                <a:path w="317910" h="888753">
                  <a:moveTo>
                    <a:pt x="0" y="588859"/>
                  </a:moveTo>
                  <a:lnTo>
                    <a:pt x="0" y="691979"/>
                  </a:lnTo>
                  <a:cubicBezTo>
                    <a:pt x="51461" y="744509"/>
                    <a:pt x="80341" y="815139"/>
                    <a:pt x="80341" y="888753"/>
                  </a:cubicBezTo>
                  <a:lnTo>
                    <a:pt x="80341" y="588859"/>
                  </a:lnTo>
                  <a:moveTo>
                    <a:pt x="0" y="588855"/>
                  </a:moveTo>
                  <a:lnTo>
                    <a:pt x="0" y="401425"/>
                  </a:lnTo>
                  <a:moveTo>
                    <a:pt x="80341" y="401425"/>
                  </a:moveTo>
                  <a:lnTo>
                    <a:pt x="80341" y="588855"/>
                  </a:lnTo>
                  <a:moveTo>
                    <a:pt x="80341" y="401428"/>
                  </a:moveTo>
                  <a:lnTo>
                    <a:pt x="80341" y="378937"/>
                  </a:lnTo>
                  <a:cubicBezTo>
                    <a:pt x="80341" y="325667"/>
                    <a:pt x="101504" y="274575"/>
                    <a:pt x="139171" y="236908"/>
                  </a:cubicBezTo>
                  <a:lnTo>
                    <a:pt x="317910" y="56803"/>
                  </a:lnTo>
                  <a:cubicBezTo>
                    <a:pt x="305913" y="44571"/>
                    <a:pt x="303487" y="31830"/>
                    <a:pt x="294584" y="23155"/>
                  </a:cubicBezTo>
                  <a:cubicBezTo>
                    <a:pt x="284813" y="13633"/>
                    <a:pt x="268811" y="9959"/>
                    <a:pt x="261106" y="0"/>
                  </a:cubicBezTo>
                  <a:lnTo>
                    <a:pt x="82361" y="180097"/>
                  </a:lnTo>
                  <a:cubicBezTo>
                    <a:pt x="29627" y="232831"/>
                    <a:pt x="0" y="304359"/>
                    <a:pt x="0" y="378937"/>
                  </a:cubicBezTo>
                  <a:lnTo>
                    <a:pt x="0" y="401428"/>
                  </a:lnTo>
                </a:path>
              </a:pathLst>
            </a:custGeom>
            <a:noFill/>
            <a:ln w="20088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03932" y="1710413"/>
              <a:ext cx="562389" cy="562389"/>
            </a:xfrm>
            <a:custGeom>
              <a:avLst/>
              <a:gdLst/>
              <a:ahLst/>
              <a:cxnLst/>
              <a:rect l="0" t="0" r="0" b="0"/>
              <a:pathLst>
                <a:path w="562389" h="562389">
                  <a:moveTo>
                    <a:pt x="482047" y="15194"/>
                  </a:moveTo>
                  <a:lnTo>
                    <a:pt x="562389" y="0"/>
                  </a:lnTo>
                  <a:lnTo>
                    <a:pt x="547194" y="80341"/>
                  </a:lnTo>
                  <a:lnTo>
                    <a:pt x="562389" y="80341"/>
                  </a:lnTo>
                  <a:lnTo>
                    <a:pt x="547194" y="160682"/>
                  </a:lnTo>
                  <a:lnTo>
                    <a:pt x="562389" y="160682"/>
                  </a:lnTo>
                  <a:lnTo>
                    <a:pt x="547194" y="241023"/>
                  </a:lnTo>
                  <a:lnTo>
                    <a:pt x="562389" y="241023"/>
                  </a:lnTo>
                  <a:cubicBezTo>
                    <a:pt x="554150" y="277847"/>
                    <a:pt x="543847" y="318017"/>
                    <a:pt x="543847" y="318017"/>
                  </a:cubicBezTo>
                  <a:lnTo>
                    <a:pt x="559999" y="318017"/>
                  </a:lnTo>
                  <a:cubicBezTo>
                    <a:pt x="546024" y="361535"/>
                    <a:pt x="513718" y="398358"/>
                    <a:pt x="513718" y="398358"/>
                  </a:cubicBezTo>
                  <a:lnTo>
                    <a:pt x="533804" y="401706"/>
                  </a:lnTo>
                  <a:cubicBezTo>
                    <a:pt x="510371" y="441877"/>
                    <a:pt x="463505" y="472005"/>
                    <a:pt x="463505" y="472005"/>
                  </a:cubicBezTo>
                  <a:lnTo>
                    <a:pt x="480243" y="479815"/>
                  </a:lnTo>
                  <a:cubicBezTo>
                    <a:pt x="446767" y="511057"/>
                    <a:pt x="383164" y="525566"/>
                    <a:pt x="383164" y="525566"/>
                  </a:cubicBezTo>
                  <a:lnTo>
                    <a:pt x="396554" y="537712"/>
                  </a:lnTo>
                  <a:cubicBezTo>
                    <a:pt x="353036" y="555694"/>
                    <a:pt x="281194" y="542303"/>
                    <a:pt x="281194" y="542303"/>
                  </a:cubicBezTo>
                  <a:lnTo>
                    <a:pt x="281194" y="562389"/>
                  </a:lnTo>
                  <a:cubicBezTo>
                    <a:pt x="281194" y="562389"/>
                    <a:pt x="222481" y="548998"/>
                    <a:pt x="178963" y="518870"/>
                  </a:cubicBezTo>
                  <a:lnTo>
                    <a:pt x="178963" y="543228"/>
                  </a:lnTo>
                  <a:cubicBezTo>
                    <a:pt x="142333" y="528926"/>
                    <a:pt x="110469" y="500589"/>
                    <a:pt x="93731" y="467114"/>
                  </a:cubicBezTo>
                  <a:cubicBezTo>
                    <a:pt x="59827" y="449948"/>
                    <a:pt x="33462" y="420055"/>
                    <a:pt x="19160" y="383425"/>
                  </a:cubicBezTo>
                  <a:lnTo>
                    <a:pt x="43518" y="383425"/>
                  </a:lnTo>
                  <a:cubicBezTo>
                    <a:pt x="13390" y="339907"/>
                    <a:pt x="0" y="281194"/>
                    <a:pt x="0" y="281194"/>
                  </a:cubicBezTo>
                  <a:lnTo>
                    <a:pt x="20085" y="281194"/>
                  </a:lnTo>
                  <a:cubicBezTo>
                    <a:pt x="20085" y="281194"/>
                    <a:pt x="6695" y="209352"/>
                    <a:pt x="24676" y="165834"/>
                  </a:cubicBezTo>
                  <a:lnTo>
                    <a:pt x="36823" y="179224"/>
                  </a:lnTo>
                  <a:cubicBezTo>
                    <a:pt x="36823" y="179224"/>
                    <a:pt x="51332" y="115621"/>
                    <a:pt x="82574" y="82145"/>
                  </a:cubicBezTo>
                  <a:lnTo>
                    <a:pt x="90383" y="98883"/>
                  </a:lnTo>
                  <a:cubicBezTo>
                    <a:pt x="90383" y="98883"/>
                    <a:pt x="120511" y="52017"/>
                    <a:pt x="160682" y="28584"/>
                  </a:cubicBezTo>
                  <a:lnTo>
                    <a:pt x="164030" y="48670"/>
                  </a:lnTo>
                  <a:cubicBezTo>
                    <a:pt x="164030" y="48670"/>
                    <a:pt x="200853" y="16364"/>
                    <a:pt x="244371" y="2389"/>
                  </a:cubicBezTo>
                  <a:lnTo>
                    <a:pt x="244371" y="18542"/>
                  </a:lnTo>
                  <a:cubicBezTo>
                    <a:pt x="244371" y="18542"/>
                    <a:pt x="284542" y="8238"/>
                    <a:pt x="321365" y="0"/>
                  </a:cubicBezTo>
                  <a:lnTo>
                    <a:pt x="321365" y="15194"/>
                  </a:lnTo>
                  <a:lnTo>
                    <a:pt x="401706" y="0"/>
                  </a:lnTo>
                  <a:lnTo>
                    <a:pt x="401706" y="15194"/>
                  </a:lnTo>
                  <a:lnTo>
                    <a:pt x="482047" y="0"/>
                  </a:lnTo>
                  <a:lnTo>
                    <a:pt x="482047" y="15194"/>
                  </a:lnTo>
                  <a:close/>
                </a:path>
              </a:pathLst>
            </a:custGeom>
            <a:noFill/>
            <a:ln w="20088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437261" y="2269264"/>
            <a:ext cx="763238" cy="1493443"/>
            <a:chOff x="2420178" y="2219207"/>
            <a:chExt cx="763238" cy="1493443"/>
          </a:xfrm>
        </p:grpSpPr>
        <p:sp>
          <p:nvSpPr>
            <p:cNvPr id="12" name="Rounded Rectangle 11"/>
            <p:cNvSpPr/>
            <p:nvPr/>
          </p:nvSpPr>
          <p:spPr>
            <a:xfrm>
              <a:off x="2420178" y="2219207"/>
              <a:ext cx="763238" cy="1493443"/>
            </a:xfrm>
            <a:custGeom>
              <a:avLst/>
              <a:gdLst/>
              <a:ahLst/>
              <a:cxnLst/>
              <a:rect l="0" t="0" r="0" b="0"/>
              <a:pathLst>
                <a:path w="763238" h="1493443">
                  <a:moveTo>
                    <a:pt x="682904" y="822893"/>
                  </a:moveTo>
                  <a:cubicBezTo>
                    <a:pt x="682904" y="769620"/>
                    <a:pt x="661739" y="718527"/>
                    <a:pt x="624068" y="680866"/>
                  </a:cubicBezTo>
                  <a:lnTo>
                    <a:pt x="445331" y="500757"/>
                  </a:lnTo>
                  <a:cubicBezTo>
                    <a:pt x="457333" y="488527"/>
                    <a:pt x="459752" y="475783"/>
                    <a:pt x="468658" y="467115"/>
                  </a:cubicBezTo>
                  <a:cubicBezTo>
                    <a:pt x="478431" y="457590"/>
                    <a:pt x="494433" y="453913"/>
                    <a:pt x="502138" y="443960"/>
                  </a:cubicBezTo>
                  <a:lnTo>
                    <a:pt x="680885" y="624049"/>
                  </a:lnTo>
                  <a:cubicBezTo>
                    <a:pt x="733615" y="676789"/>
                    <a:pt x="763238" y="748312"/>
                    <a:pt x="763238" y="822893"/>
                  </a:cubicBezTo>
                  <a:lnTo>
                    <a:pt x="763238" y="1296676"/>
                  </a:lnTo>
                  <a:cubicBezTo>
                    <a:pt x="711784" y="1349206"/>
                    <a:pt x="682904" y="1419834"/>
                    <a:pt x="682904" y="1493443"/>
                  </a:cubicBezTo>
                  <a:lnTo>
                    <a:pt x="682904" y="822893"/>
                  </a:lnTo>
                  <a:moveTo>
                    <a:pt x="0" y="0"/>
                  </a:moveTo>
                  <a:lnTo>
                    <a:pt x="80343" y="15192"/>
                  </a:lnTo>
                  <a:lnTo>
                    <a:pt x="80343" y="0"/>
                  </a:lnTo>
                  <a:lnTo>
                    <a:pt x="160686" y="15192"/>
                  </a:lnTo>
                  <a:lnTo>
                    <a:pt x="160686" y="0"/>
                  </a:lnTo>
                  <a:lnTo>
                    <a:pt x="241020" y="15192"/>
                  </a:lnTo>
                  <a:lnTo>
                    <a:pt x="241020" y="0"/>
                  </a:lnTo>
                  <a:cubicBezTo>
                    <a:pt x="277844" y="8239"/>
                    <a:pt x="318020" y="18545"/>
                    <a:pt x="318020" y="18545"/>
                  </a:cubicBezTo>
                  <a:lnTo>
                    <a:pt x="318020" y="2390"/>
                  </a:lnTo>
                  <a:cubicBezTo>
                    <a:pt x="361540" y="16363"/>
                    <a:pt x="398354" y="48672"/>
                    <a:pt x="398354" y="48672"/>
                  </a:cubicBezTo>
                  <a:lnTo>
                    <a:pt x="401707" y="28584"/>
                  </a:lnTo>
                  <a:cubicBezTo>
                    <a:pt x="441874" y="52016"/>
                    <a:pt x="472001" y="98879"/>
                    <a:pt x="472001" y="98879"/>
                  </a:cubicBezTo>
                  <a:lnTo>
                    <a:pt x="479812" y="82143"/>
                  </a:lnTo>
                  <a:cubicBezTo>
                    <a:pt x="511054" y="115623"/>
                    <a:pt x="525570" y="179222"/>
                    <a:pt x="525570" y="179222"/>
                  </a:cubicBezTo>
                  <a:lnTo>
                    <a:pt x="537714" y="165830"/>
                  </a:lnTo>
                  <a:cubicBezTo>
                    <a:pt x="555698" y="209349"/>
                    <a:pt x="542305" y="281197"/>
                    <a:pt x="542305" y="281197"/>
                  </a:cubicBezTo>
                  <a:lnTo>
                    <a:pt x="562384" y="281197"/>
                  </a:lnTo>
                  <a:cubicBezTo>
                    <a:pt x="562384" y="281197"/>
                    <a:pt x="549001" y="339909"/>
                    <a:pt x="518874" y="383428"/>
                  </a:cubicBezTo>
                  <a:lnTo>
                    <a:pt x="543229" y="383428"/>
                  </a:lnTo>
                  <a:cubicBezTo>
                    <a:pt x="528923" y="420052"/>
                    <a:pt x="502558" y="449951"/>
                    <a:pt x="468658" y="467115"/>
                  </a:cubicBezTo>
                  <a:cubicBezTo>
                    <a:pt x="451923" y="500586"/>
                    <a:pt x="420052" y="528923"/>
                    <a:pt x="383428" y="543229"/>
                  </a:cubicBezTo>
                  <a:lnTo>
                    <a:pt x="383428" y="518874"/>
                  </a:lnTo>
                  <a:cubicBezTo>
                    <a:pt x="339909" y="549001"/>
                    <a:pt x="281197" y="562384"/>
                    <a:pt x="281197" y="562384"/>
                  </a:cubicBezTo>
                  <a:lnTo>
                    <a:pt x="281197" y="542305"/>
                  </a:lnTo>
                  <a:cubicBezTo>
                    <a:pt x="281197" y="542305"/>
                    <a:pt x="209349" y="555698"/>
                    <a:pt x="165830" y="537714"/>
                  </a:cubicBezTo>
                  <a:lnTo>
                    <a:pt x="179222" y="525570"/>
                  </a:lnTo>
                  <a:cubicBezTo>
                    <a:pt x="179222" y="525570"/>
                    <a:pt x="115623" y="511054"/>
                    <a:pt x="82143" y="479812"/>
                  </a:cubicBezTo>
                  <a:lnTo>
                    <a:pt x="98879" y="472001"/>
                  </a:lnTo>
                  <a:cubicBezTo>
                    <a:pt x="98879" y="472001"/>
                    <a:pt x="52016" y="441874"/>
                    <a:pt x="28584" y="401707"/>
                  </a:cubicBezTo>
                  <a:lnTo>
                    <a:pt x="48672" y="398354"/>
                  </a:lnTo>
                  <a:cubicBezTo>
                    <a:pt x="48672" y="398354"/>
                    <a:pt x="16363" y="361540"/>
                    <a:pt x="2390" y="318020"/>
                  </a:cubicBezTo>
                  <a:lnTo>
                    <a:pt x="18545" y="318020"/>
                  </a:lnTo>
                  <a:cubicBezTo>
                    <a:pt x="18545" y="318020"/>
                    <a:pt x="8239" y="277844"/>
                    <a:pt x="0" y="241020"/>
                  </a:cubicBezTo>
                  <a:lnTo>
                    <a:pt x="15192" y="241020"/>
                  </a:lnTo>
                  <a:lnTo>
                    <a:pt x="0" y="160686"/>
                  </a:lnTo>
                  <a:lnTo>
                    <a:pt x="15192" y="160686"/>
                  </a:lnTo>
                  <a:lnTo>
                    <a:pt x="0" y="80343"/>
                  </a:lnTo>
                  <a:lnTo>
                    <a:pt x="15192" y="80343"/>
                  </a:lnTo>
                  <a:lnTo>
                    <a:pt x="0" y="0"/>
                  </a:ln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420178" y="2219207"/>
              <a:ext cx="562384" cy="562384"/>
            </a:xfrm>
            <a:custGeom>
              <a:avLst/>
              <a:gdLst/>
              <a:ahLst/>
              <a:cxnLst/>
              <a:rect l="0" t="0" r="0" b="0"/>
              <a:pathLst>
                <a:path w="562384" h="562384">
                  <a:moveTo>
                    <a:pt x="0" y="0"/>
                  </a:moveTo>
                  <a:lnTo>
                    <a:pt x="80343" y="15192"/>
                  </a:lnTo>
                  <a:lnTo>
                    <a:pt x="80343" y="0"/>
                  </a:lnTo>
                  <a:lnTo>
                    <a:pt x="160686" y="15192"/>
                  </a:lnTo>
                  <a:lnTo>
                    <a:pt x="160686" y="0"/>
                  </a:lnTo>
                  <a:lnTo>
                    <a:pt x="241020" y="15192"/>
                  </a:lnTo>
                  <a:lnTo>
                    <a:pt x="241020" y="0"/>
                  </a:lnTo>
                  <a:cubicBezTo>
                    <a:pt x="277844" y="8239"/>
                    <a:pt x="318020" y="18545"/>
                    <a:pt x="318020" y="18545"/>
                  </a:cubicBezTo>
                  <a:lnTo>
                    <a:pt x="318020" y="2390"/>
                  </a:lnTo>
                  <a:cubicBezTo>
                    <a:pt x="361540" y="16363"/>
                    <a:pt x="398354" y="48672"/>
                    <a:pt x="398354" y="48672"/>
                  </a:cubicBezTo>
                  <a:lnTo>
                    <a:pt x="401707" y="28584"/>
                  </a:lnTo>
                  <a:cubicBezTo>
                    <a:pt x="441874" y="52016"/>
                    <a:pt x="472001" y="98879"/>
                    <a:pt x="472001" y="98879"/>
                  </a:cubicBezTo>
                  <a:lnTo>
                    <a:pt x="479812" y="82143"/>
                  </a:lnTo>
                  <a:cubicBezTo>
                    <a:pt x="511054" y="115623"/>
                    <a:pt x="525570" y="179222"/>
                    <a:pt x="525570" y="179222"/>
                  </a:cubicBezTo>
                  <a:lnTo>
                    <a:pt x="537714" y="165830"/>
                  </a:lnTo>
                  <a:cubicBezTo>
                    <a:pt x="555698" y="209349"/>
                    <a:pt x="542305" y="281197"/>
                    <a:pt x="542305" y="281197"/>
                  </a:cubicBezTo>
                  <a:lnTo>
                    <a:pt x="562384" y="281197"/>
                  </a:lnTo>
                  <a:cubicBezTo>
                    <a:pt x="562384" y="281197"/>
                    <a:pt x="549001" y="339909"/>
                    <a:pt x="518874" y="383428"/>
                  </a:cubicBezTo>
                  <a:lnTo>
                    <a:pt x="543229" y="383428"/>
                  </a:lnTo>
                  <a:cubicBezTo>
                    <a:pt x="528923" y="420052"/>
                    <a:pt x="502558" y="449951"/>
                    <a:pt x="468658" y="467115"/>
                  </a:cubicBezTo>
                  <a:cubicBezTo>
                    <a:pt x="451923" y="500586"/>
                    <a:pt x="420052" y="528923"/>
                    <a:pt x="383428" y="543229"/>
                  </a:cubicBezTo>
                  <a:lnTo>
                    <a:pt x="383428" y="518874"/>
                  </a:lnTo>
                  <a:cubicBezTo>
                    <a:pt x="339909" y="549001"/>
                    <a:pt x="281197" y="562384"/>
                    <a:pt x="281197" y="562384"/>
                  </a:cubicBezTo>
                  <a:lnTo>
                    <a:pt x="281197" y="542305"/>
                  </a:lnTo>
                  <a:cubicBezTo>
                    <a:pt x="281197" y="542305"/>
                    <a:pt x="209349" y="555698"/>
                    <a:pt x="165830" y="537714"/>
                  </a:cubicBezTo>
                  <a:lnTo>
                    <a:pt x="179222" y="525570"/>
                  </a:lnTo>
                  <a:cubicBezTo>
                    <a:pt x="179222" y="525570"/>
                    <a:pt x="115623" y="511054"/>
                    <a:pt x="82143" y="479812"/>
                  </a:cubicBezTo>
                  <a:lnTo>
                    <a:pt x="98879" y="472001"/>
                  </a:lnTo>
                  <a:cubicBezTo>
                    <a:pt x="98879" y="472001"/>
                    <a:pt x="52016" y="441874"/>
                    <a:pt x="28584" y="401707"/>
                  </a:cubicBezTo>
                  <a:lnTo>
                    <a:pt x="48672" y="398354"/>
                  </a:lnTo>
                  <a:cubicBezTo>
                    <a:pt x="48672" y="398354"/>
                    <a:pt x="16363" y="361540"/>
                    <a:pt x="2390" y="318020"/>
                  </a:cubicBezTo>
                  <a:lnTo>
                    <a:pt x="18545" y="318020"/>
                  </a:lnTo>
                  <a:cubicBezTo>
                    <a:pt x="18545" y="318020"/>
                    <a:pt x="8239" y="277844"/>
                    <a:pt x="0" y="241020"/>
                  </a:cubicBezTo>
                  <a:lnTo>
                    <a:pt x="15192" y="241020"/>
                  </a:lnTo>
                  <a:lnTo>
                    <a:pt x="0" y="160686"/>
                  </a:lnTo>
                  <a:lnTo>
                    <a:pt x="15192" y="160686"/>
                  </a:lnTo>
                  <a:lnTo>
                    <a:pt x="0" y="80343"/>
                  </a:lnTo>
                  <a:lnTo>
                    <a:pt x="15192" y="80343"/>
                  </a:lnTo>
                  <a:lnTo>
                    <a:pt x="0" y="0"/>
                  </a:ln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437261" y="2269264"/>
            <a:ext cx="763242" cy="1493445"/>
            <a:chOff x="2420178" y="2219207"/>
            <a:chExt cx="763242" cy="1493445"/>
          </a:xfrm>
        </p:grpSpPr>
        <p:sp>
          <p:nvSpPr>
            <p:cNvPr id="15" name="Rounded Rectangle 14"/>
            <p:cNvSpPr/>
            <p:nvPr/>
          </p:nvSpPr>
          <p:spPr>
            <a:xfrm>
              <a:off x="2865510" y="2663163"/>
              <a:ext cx="317910" cy="1049489"/>
            </a:xfrm>
            <a:custGeom>
              <a:avLst/>
              <a:gdLst/>
              <a:ahLst/>
              <a:cxnLst/>
              <a:rect l="0" t="0" r="0" b="0"/>
              <a:pathLst>
                <a:path w="317910" h="1049489">
                  <a:moveTo>
                    <a:pt x="317910" y="749595"/>
                  </a:moveTo>
                  <a:lnTo>
                    <a:pt x="317910" y="852715"/>
                  </a:lnTo>
                  <a:cubicBezTo>
                    <a:pt x="266448" y="905245"/>
                    <a:pt x="237569" y="975875"/>
                    <a:pt x="237569" y="1049489"/>
                  </a:cubicBezTo>
                  <a:lnTo>
                    <a:pt x="237569" y="749595"/>
                  </a:lnTo>
                  <a:moveTo>
                    <a:pt x="317910" y="749585"/>
                  </a:moveTo>
                  <a:lnTo>
                    <a:pt x="317910" y="401421"/>
                  </a:lnTo>
                  <a:moveTo>
                    <a:pt x="237569" y="401421"/>
                  </a:moveTo>
                  <a:lnTo>
                    <a:pt x="237569" y="749585"/>
                  </a:lnTo>
                  <a:moveTo>
                    <a:pt x="237569" y="401428"/>
                  </a:moveTo>
                  <a:lnTo>
                    <a:pt x="237569" y="378937"/>
                  </a:lnTo>
                  <a:cubicBezTo>
                    <a:pt x="237569" y="325667"/>
                    <a:pt x="216406" y="274575"/>
                    <a:pt x="178738" y="236908"/>
                  </a:cubicBezTo>
                  <a:lnTo>
                    <a:pt x="0" y="56803"/>
                  </a:lnTo>
                  <a:cubicBezTo>
                    <a:pt x="11997" y="44571"/>
                    <a:pt x="14423" y="31830"/>
                    <a:pt x="23325" y="23155"/>
                  </a:cubicBezTo>
                  <a:cubicBezTo>
                    <a:pt x="33096" y="13633"/>
                    <a:pt x="49099" y="9958"/>
                    <a:pt x="56803" y="0"/>
                  </a:cubicBezTo>
                  <a:lnTo>
                    <a:pt x="235549" y="180097"/>
                  </a:lnTo>
                  <a:cubicBezTo>
                    <a:pt x="288283" y="232831"/>
                    <a:pt x="317910" y="304359"/>
                    <a:pt x="317910" y="378937"/>
                  </a:cubicBezTo>
                  <a:lnTo>
                    <a:pt x="317910" y="401428"/>
                  </a:lnTo>
                </a:path>
              </a:pathLst>
            </a:custGeom>
            <a:noFill/>
            <a:ln w="20088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420178" y="2219207"/>
              <a:ext cx="562389" cy="562389"/>
            </a:xfrm>
            <a:custGeom>
              <a:avLst/>
              <a:gdLst/>
              <a:ahLst/>
              <a:cxnLst/>
              <a:rect l="0" t="0" r="0" b="0"/>
              <a:pathLst>
                <a:path w="562389" h="562389">
                  <a:moveTo>
                    <a:pt x="0" y="0"/>
                  </a:moveTo>
                  <a:lnTo>
                    <a:pt x="80341" y="15194"/>
                  </a:lnTo>
                  <a:lnTo>
                    <a:pt x="80341" y="0"/>
                  </a:lnTo>
                  <a:lnTo>
                    <a:pt x="160682" y="15194"/>
                  </a:lnTo>
                  <a:lnTo>
                    <a:pt x="160682" y="0"/>
                  </a:lnTo>
                  <a:lnTo>
                    <a:pt x="241023" y="15194"/>
                  </a:lnTo>
                  <a:lnTo>
                    <a:pt x="241023" y="0"/>
                  </a:lnTo>
                  <a:cubicBezTo>
                    <a:pt x="277847" y="8238"/>
                    <a:pt x="318017" y="18542"/>
                    <a:pt x="318017" y="18542"/>
                  </a:cubicBezTo>
                  <a:lnTo>
                    <a:pt x="318017" y="2389"/>
                  </a:lnTo>
                  <a:cubicBezTo>
                    <a:pt x="361535" y="16364"/>
                    <a:pt x="398358" y="48670"/>
                    <a:pt x="398358" y="48670"/>
                  </a:cubicBezTo>
                  <a:lnTo>
                    <a:pt x="401706" y="28584"/>
                  </a:lnTo>
                  <a:cubicBezTo>
                    <a:pt x="441877" y="52017"/>
                    <a:pt x="472005" y="98883"/>
                    <a:pt x="472005" y="98883"/>
                  </a:cubicBezTo>
                  <a:lnTo>
                    <a:pt x="479814" y="82145"/>
                  </a:lnTo>
                  <a:cubicBezTo>
                    <a:pt x="511057" y="115621"/>
                    <a:pt x="525566" y="179224"/>
                    <a:pt x="525566" y="179224"/>
                  </a:cubicBezTo>
                  <a:lnTo>
                    <a:pt x="537712" y="165834"/>
                  </a:lnTo>
                  <a:cubicBezTo>
                    <a:pt x="555694" y="209352"/>
                    <a:pt x="542303" y="281194"/>
                    <a:pt x="542303" y="281194"/>
                  </a:cubicBezTo>
                  <a:lnTo>
                    <a:pt x="562389" y="281194"/>
                  </a:lnTo>
                  <a:cubicBezTo>
                    <a:pt x="562389" y="281194"/>
                    <a:pt x="548998" y="339907"/>
                    <a:pt x="518870" y="383425"/>
                  </a:cubicBezTo>
                  <a:lnTo>
                    <a:pt x="543228" y="383425"/>
                  </a:lnTo>
                  <a:cubicBezTo>
                    <a:pt x="528926" y="420055"/>
                    <a:pt x="502561" y="449948"/>
                    <a:pt x="468657" y="467114"/>
                  </a:cubicBezTo>
                  <a:cubicBezTo>
                    <a:pt x="451919" y="500589"/>
                    <a:pt x="420055" y="528926"/>
                    <a:pt x="383425" y="543228"/>
                  </a:cubicBezTo>
                  <a:lnTo>
                    <a:pt x="383425" y="518870"/>
                  </a:lnTo>
                  <a:cubicBezTo>
                    <a:pt x="339907" y="548998"/>
                    <a:pt x="281194" y="562389"/>
                    <a:pt x="281194" y="562389"/>
                  </a:cubicBezTo>
                  <a:lnTo>
                    <a:pt x="281194" y="542303"/>
                  </a:lnTo>
                  <a:cubicBezTo>
                    <a:pt x="281194" y="542303"/>
                    <a:pt x="209352" y="555694"/>
                    <a:pt x="165834" y="537712"/>
                  </a:cubicBezTo>
                  <a:lnTo>
                    <a:pt x="179224" y="525566"/>
                  </a:lnTo>
                  <a:cubicBezTo>
                    <a:pt x="179224" y="525566"/>
                    <a:pt x="115621" y="511057"/>
                    <a:pt x="82145" y="479815"/>
                  </a:cubicBezTo>
                  <a:lnTo>
                    <a:pt x="98883" y="472005"/>
                  </a:lnTo>
                  <a:cubicBezTo>
                    <a:pt x="98883" y="472005"/>
                    <a:pt x="52017" y="441877"/>
                    <a:pt x="28584" y="401706"/>
                  </a:cubicBezTo>
                  <a:lnTo>
                    <a:pt x="48670" y="398358"/>
                  </a:lnTo>
                  <a:cubicBezTo>
                    <a:pt x="48670" y="398358"/>
                    <a:pt x="16364" y="361535"/>
                    <a:pt x="2389" y="318017"/>
                  </a:cubicBezTo>
                  <a:lnTo>
                    <a:pt x="18542" y="318017"/>
                  </a:lnTo>
                  <a:cubicBezTo>
                    <a:pt x="18542" y="318017"/>
                    <a:pt x="8238" y="277847"/>
                    <a:pt x="0" y="241023"/>
                  </a:cubicBezTo>
                  <a:lnTo>
                    <a:pt x="15194" y="241023"/>
                  </a:lnTo>
                  <a:lnTo>
                    <a:pt x="0" y="160682"/>
                  </a:lnTo>
                  <a:lnTo>
                    <a:pt x="15194" y="160682"/>
                  </a:lnTo>
                  <a:lnTo>
                    <a:pt x="0" y="80341"/>
                  </a:lnTo>
                  <a:lnTo>
                    <a:pt x="15194" y="8034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088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3120162" y="2938794"/>
            <a:ext cx="763238" cy="1354178"/>
          </a:xfrm>
          <a:custGeom>
            <a:avLst/>
            <a:gdLst/>
            <a:ahLst/>
            <a:cxnLst/>
            <a:rect l="0" t="0" r="0" b="0"/>
            <a:pathLst>
              <a:path w="763238" h="1354178">
                <a:moveTo>
                  <a:pt x="80343" y="822893"/>
                </a:moveTo>
                <a:cubicBezTo>
                  <a:pt x="80343" y="769620"/>
                  <a:pt x="101507" y="718527"/>
                  <a:pt x="139169" y="680866"/>
                </a:cubicBezTo>
                <a:lnTo>
                  <a:pt x="317906" y="500757"/>
                </a:lnTo>
                <a:cubicBezTo>
                  <a:pt x="305914" y="488527"/>
                  <a:pt x="303485" y="475783"/>
                  <a:pt x="294589" y="467115"/>
                </a:cubicBezTo>
                <a:cubicBezTo>
                  <a:pt x="284816" y="457590"/>
                  <a:pt x="268814" y="453913"/>
                  <a:pt x="261108" y="443960"/>
                </a:cubicBezTo>
                <a:lnTo>
                  <a:pt x="82362" y="624049"/>
                </a:lnTo>
                <a:cubicBezTo>
                  <a:pt x="29622" y="676789"/>
                  <a:pt x="0" y="748312"/>
                  <a:pt x="0" y="822893"/>
                </a:cubicBezTo>
                <a:lnTo>
                  <a:pt x="0" y="1354178"/>
                </a:lnTo>
                <a:lnTo>
                  <a:pt x="80343" y="1354178"/>
                </a:lnTo>
                <a:lnTo>
                  <a:pt x="80343" y="822893"/>
                </a:lnTo>
                <a:moveTo>
                  <a:pt x="682904" y="15192"/>
                </a:moveTo>
                <a:lnTo>
                  <a:pt x="763238" y="0"/>
                </a:lnTo>
                <a:lnTo>
                  <a:pt x="748045" y="80343"/>
                </a:lnTo>
                <a:lnTo>
                  <a:pt x="763238" y="80343"/>
                </a:lnTo>
                <a:lnTo>
                  <a:pt x="748045" y="160686"/>
                </a:lnTo>
                <a:lnTo>
                  <a:pt x="763238" y="160686"/>
                </a:lnTo>
                <a:lnTo>
                  <a:pt x="748045" y="241020"/>
                </a:lnTo>
                <a:lnTo>
                  <a:pt x="763238" y="241020"/>
                </a:lnTo>
                <a:cubicBezTo>
                  <a:pt x="755008" y="277844"/>
                  <a:pt x="744702" y="318020"/>
                  <a:pt x="744702" y="318020"/>
                </a:cubicBezTo>
                <a:lnTo>
                  <a:pt x="760857" y="318020"/>
                </a:lnTo>
                <a:cubicBezTo>
                  <a:pt x="746874" y="361540"/>
                  <a:pt x="714575" y="398354"/>
                  <a:pt x="714575" y="398354"/>
                </a:cubicBezTo>
                <a:lnTo>
                  <a:pt x="734653" y="401707"/>
                </a:lnTo>
                <a:cubicBezTo>
                  <a:pt x="711222" y="441874"/>
                  <a:pt x="664359" y="472001"/>
                  <a:pt x="664359" y="472001"/>
                </a:cubicBezTo>
                <a:lnTo>
                  <a:pt x="681094" y="479812"/>
                </a:lnTo>
                <a:cubicBezTo>
                  <a:pt x="647623" y="511054"/>
                  <a:pt x="584015" y="525570"/>
                  <a:pt x="584015" y="525570"/>
                </a:cubicBezTo>
                <a:lnTo>
                  <a:pt x="597408" y="537714"/>
                </a:lnTo>
                <a:cubicBezTo>
                  <a:pt x="553888" y="555698"/>
                  <a:pt x="482050" y="542305"/>
                  <a:pt x="482050" y="542305"/>
                </a:cubicBezTo>
                <a:lnTo>
                  <a:pt x="482050" y="562384"/>
                </a:lnTo>
                <a:cubicBezTo>
                  <a:pt x="482050" y="562384"/>
                  <a:pt x="423338" y="549001"/>
                  <a:pt x="379818" y="518874"/>
                </a:cubicBezTo>
                <a:lnTo>
                  <a:pt x="379818" y="543229"/>
                </a:lnTo>
                <a:cubicBezTo>
                  <a:pt x="343185" y="528923"/>
                  <a:pt x="311324" y="500586"/>
                  <a:pt x="294589" y="467115"/>
                </a:cubicBezTo>
                <a:cubicBezTo>
                  <a:pt x="260680" y="449951"/>
                  <a:pt x="234315" y="420052"/>
                  <a:pt x="220017" y="383428"/>
                </a:cubicBezTo>
                <a:lnTo>
                  <a:pt x="244373" y="383428"/>
                </a:lnTo>
                <a:cubicBezTo>
                  <a:pt x="214245" y="339909"/>
                  <a:pt x="200853" y="281197"/>
                  <a:pt x="200853" y="281197"/>
                </a:cubicBezTo>
                <a:lnTo>
                  <a:pt x="220941" y="281197"/>
                </a:lnTo>
                <a:cubicBezTo>
                  <a:pt x="220941" y="281197"/>
                  <a:pt x="207549" y="209349"/>
                  <a:pt x="225532" y="165830"/>
                </a:cubicBezTo>
                <a:lnTo>
                  <a:pt x="237677" y="179222"/>
                </a:lnTo>
                <a:cubicBezTo>
                  <a:pt x="237677" y="179222"/>
                  <a:pt x="252183" y="115623"/>
                  <a:pt x="283425" y="82143"/>
                </a:cubicBezTo>
                <a:lnTo>
                  <a:pt x="291236" y="98879"/>
                </a:lnTo>
                <a:cubicBezTo>
                  <a:pt x="291236" y="98879"/>
                  <a:pt x="321363" y="52016"/>
                  <a:pt x="361540" y="28584"/>
                </a:cubicBezTo>
                <a:lnTo>
                  <a:pt x="364883" y="48672"/>
                </a:lnTo>
                <a:cubicBezTo>
                  <a:pt x="364883" y="48672"/>
                  <a:pt x="401707" y="16363"/>
                  <a:pt x="445227" y="2390"/>
                </a:cubicBezTo>
                <a:lnTo>
                  <a:pt x="445227" y="18545"/>
                </a:lnTo>
                <a:cubicBezTo>
                  <a:pt x="445227" y="18545"/>
                  <a:pt x="485393" y="8239"/>
                  <a:pt x="522217" y="0"/>
                </a:cubicBezTo>
                <a:lnTo>
                  <a:pt x="522217" y="15192"/>
                </a:lnTo>
                <a:lnTo>
                  <a:pt x="602561" y="0"/>
                </a:lnTo>
                <a:lnTo>
                  <a:pt x="602561" y="15192"/>
                </a:lnTo>
                <a:lnTo>
                  <a:pt x="682904" y="0"/>
                </a:lnTo>
                <a:lnTo>
                  <a:pt x="682904" y="15192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20162" y="2938794"/>
            <a:ext cx="763242" cy="1354179"/>
          </a:xfrm>
          <a:custGeom>
            <a:avLst/>
            <a:gdLst/>
            <a:ahLst/>
            <a:cxnLst/>
            <a:rect l="0" t="0" r="0" b="0"/>
            <a:pathLst>
              <a:path w="763242" h="1354179">
                <a:moveTo>
                  <a:pt x="0" y="1354179"/>
                </a:moveTo>
                <a:lnTo>
                  <a:pt x="0" y="845384"/>
                </a:lnTo>
                <a:moveTo>
                  <a:pt x="80341" y="845384"/>
                </a:moveTo>
                <a:lnTo>
                  <a:pt x="80341" y="1354179"/>
                </a:lnTo>
                <a:moveTo>
                  <a:pt x="80341" y="845387"/>
                </a:moveTo>
                <a:lnTo>
                  <a:pt x="80341" y="822895"/>
                </a:lnTo>
                <a:cubicBezTo>
                  <a:pt x="80341" y="769625"/>
                  <a:pt x="101504" y="718534"/>
                  <a:pt x="139171" y="680866"/>
                </a:cubicBezTo>
                <a:lnTo>
                  <a:pt x="317910" y="500762"/>
                </a:lnTo>
                <a:cubicBezTo>
                  <a:pt x="305913" y="488529"/>
                  <a:pt x="303487" y="475788"/>
                  <a:pt x="294584" y="467113"/>
                </a:cubicBezTo>
                <a:cubicBezTo>
                  <a:pt x="284813" y="457591"/>
                  <a:pt x="268811" y="453917"/>
                  <a:pt x="261106" y="443958"/>
                </a:cubicBezTo>
                <a:lnTo>
                  <a:pt x="82361" y="624056"/>
                </a:lnTo>
                <a:cubicBezTo>
                  <a:pt x="29627" y="676790"/>
                  <a:pt x="0" y="748318"/>
                  <a:pt x="0" y="822895"/>
                </a:cubicBezTo>
                <a:lnTo>
                  <a:pt x="0" y="845387"/>
                </a:lnTo>
                <a:moveTo>
                  <a:pt x="682901" y="15194"/>
                </a:moveTo>
                <a:lnTo>
                  <a:pt x="763242" y="0"/>
                </a:lnTo>
                <a:lnTo>
                  <a:pt x="748047" y="80341"/>
                </a:lnTo>
                <a:lnTo>
                  <a:pt x="763242" y="80341"/>
                </a:lnTo>
                <a:lnTo>
                  <a:pt x="748047" y="160682"/>
                </a:lnTo>
                <a:lnTo>
                  <a:pt x="763242" y="160682"/>
                </a:lnTo>
                <a:lnTo>
                  <a:pt x="748047" y="241023"/>
                </a:lnTo>
                <a:lnTo>
                  <a:pt x="763242" y="241023"/>
                </a:lnTo>
                <a:cubicBezTo>
                  <a:pt x="755003" y="277847"/>
                  <a:pt x="744700" y="318017"/>
                  <a:pt x="744700" y="318017"/>
                </a:cubicBezTo>
                <a:lnTo>
                  <a:pt x="760852" y="318017"/>
                </a:lnTo>
                <a:cubicBezTo>
                  <a:pt x="746878" y="361535"/>
                  <a:pt x="714572" y="398358"/>
                  <a:pt x="714572" y="398358"/>
                </a:cubicBezTo>
                <a:lnTo>
                  <a:pt x="734657" y="401706"/>
                </a:lnTo>
                <a:cubicBezTo>
                  <a:pt x="711224" y="441877"/>
                  <a:pt x="664358" y="472005"/>
                  <a:pt x="664358" y="472005"/>
                </a:cubicBezTo>
                <a:lnTo>
                  <a:pt x="681096" y="479815"/>
                </a:lnTo>
                <a:cubicBezTo>
                  <a:pt x="647621" y="511057"/>
                  <a:pt x="584017" y="525566"/>
                  <a:pt x="584017" y="525566"/>
                </a:cubicBezTo>
                <a:lnTo>
                  <a:pt x="597407" y="537712"/>
                </a:lnTo>
                <a:cubicBezTo>
                  <a:pt x="553889" y="555694"/>
                  <a:pt x="482047" y="542303"/>
                  <a:pt x="482047" y="542303"/>
                </a:cubicBezTo>
                <a:lnTo>
                  <a:pt x="482047" y="562389"/>
                </a:lnTo>
                <a:cubicBezTo>
                  <a:pt x="482047" y="562389"/>
                  <a:pt x="423335" y="548998"/>
                  <a:pt x="379816" y="518870"/>
                </a:cubicBezTo>
                <a:lnTo>
                  <a:pt x="379816" y="543228"/>
                </a:lnTo>
                <a:cubicBezTo>
                  <a:pt x="343187" y="528926"/>
                  <a:pt x="311322" y="500589"/>
                  <a:pt x="294584" y="467114"/>
                </a:cubicBezTo>
                <a:cubicBezTo>
                  <a:pt x="260680" y="449948"/>
                  <a:pt x="234315" y="420055"/>
                  <a:pt x="220013" y="383425"/>
                </a:cubicBezTo>
                <a:lnTo>
                  <a:pt x="244371" y="383425"/>
                </a:lnTo>
                <a:cubicBezTo>
                  <a:pt x="214243" y="339907"/>
                  <a:pt x="200853" y="281194"/>
                  <a:pt x="200853" y="281194"/>
                </a:cubicBezTo>
                <a:lnTo>
                  <a:pt x="220938" y="281194"/>
                </a:lnTo>
                <a:cubicBezTo>
                  <a:pt x="220938" y="281194"/>
                  <a:pt x="207548" y="209352"/>
                  <a:pt x="225529" y="165834"/>
                </a:cubicBezTo>
                <a:lnTo>
                  <a:pt x="237676" y="179224"/>
                </a:lnTo>
                <a:cubicBezTo>
                  <a:pt x="237676" y="179224"/>
                  <a:pt x="252185" y="115621"/>
                  <a:pt x="283427" y="82145"/>
                </a:cubicBezTo>
                <a:lnTo>
                  <a:pt x="291237" y="98883"/>
                </a:lnTo>
                <a:cubicBezTo>
                  <a:pt x="291237" y="98883"/>
                  <a:pt x="321365" y="52017"/>
                  <a:pt x="361535" y="28584"/>
                </a:cubicBezTo>
                <a:lnTo>
                  <a:pt x="364883" y="48670"/>
                </a:lnTo>
                <a:cubicBezTo>
                  <a:pt x="364883" y="48670"/>
                  <a:pt x="401706" y="16364"/>
                  <a:pt x="445224" y="2389"/>
                </a:cubicBezTo>
                <a:lnTo>
                  <a:pt x="445224" y="18542"/>
                </a:lnTo>
                <a:cubicBezTo>
                  <a:pt x="445224" y="18542"/>
                  <a:pt x="485395" y="8238"/>
                  <a:pt x="522218" y="0"/>
                </a:cubicBezTo>
                <a:lnTo>
                  <a:pt x="522218" y="15194"/>
                </a:lnTo>
                <a:lnTo>
                  <a:pt x="602559" y="0"/>
                </a:lnTo>
                <a:lnTo>
                  <a:pt x="602559" y="15194"/>
                </a:lnTo>
                <a:lnTo>
                  <a:pt x="682901" y="0"/>
                </a:lnTo>
                <a:lnTo>
                  <a:pt x="682901" y="15194"/>
                </a:lnTo>
                <a:close/>
              </a:path>
            </a:pathLst>
          </a:custGeom>
          <a:noFill/>
          <a:ln w="20088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57773" y="4159129"/>
            <a:ext cx="1205119" cy="133902"/>
          </a:xfrm>
          <a:custGeom>
            <a:avLst/>
            <a:gdLst/>
            <a:ahLst/>
            <a:cxnLst/>
            <a:rect l="0" t="0" r="0" b="0"/>
            <a:pathLst>
              <a:path w="1205119" h="133902">
                <a:moveTo>
                  <a:pt x="0" y="133902"/>
                </a:moveTo>
                <a:lnTo>
                  <a:pt x="109016" y="133902"/>
                </a:lnTo>
                <a:cubicBezTo>
                  <a:pt x="109016" y="133902"/>
                  <a:pt x="137449" y="123045"/>
                  <a:pt x="137449" y="97712"/>
                </a:cubicBezTo>
                <a:cubicBezTo>
                  <a:pt x="161144" y="115807"/>
                  <a:pt x="170622" y="133902"/>
                  <a:pt x="170622" y="133902"/>
                </a:cubicBezTo>
                <a:cubicBezTo>
                  <a:pt x="170622" y="133902"/>
                  <a:pt x="151666" y="39808"/>
                  <a:pt x="199055" y="0"/>
                </a:cubicBezTo>
                <a:cubicBezTo>
                  <a:pt x="189578" y="79617"/>
                  <a:pt x="236966" y="133902"/>
                  <a:pt x="236966" y="133902"/>
                </a:cubicBezTo>
                <a:cubicBezTo>
                  <a:pt x="236966" y="133902"/>
                  <a:pt x="236966" y="108569"/>
                  <a:pt x="255922" y="86855"/>
                </a:cubicBezTo>
                <a:cubicBezTo>
                  <a:pt x="265400" y="126664"/>
                  <a:pt x="284355" y="133902"/>
                  <a:pt x="284355" y="133902"/>
                </a:cubicBezTo>
                <a:lnTo>
                  <a:pt x="322267" y="133902"/>
                </a:lnTo>
                <a:cubicBezTo>
                  <a:pt x="322267" y="133902"/>
                  <a:pt x="360178" y="101331"/>
                  <a:pt x="350700" y="18094"/>
                </a:cubicBezTo>
                <a:cubicBezTo>
                  <a:pt x="388612" y="54284"/>
                  <a:pt x="379133" y="133902"/>
                  <a:pt x="379133" y="133902"/>
                </a:cubicBezTo>
                <a:cubicBezTo>
                  <a:pt x="379133" y="133902"/>
                  <a:pt x="379133" y="123045"/>
                  <a:pt x="407567" y="108569"/>
                </a:cubicBezTo>
                <a:cubicBezTo>
                  <a:pt x="407567" y="130283"/>
                  <a:pt x="436000" y="133902"/>
                  <a:pt x="436000" y="133902"/>
                </a:cubicBezTo>
                <a:lnTo>
                  <a:pt x="791700" y="133902"/>
                </a:lnTo>
                <a:cubicBezTo>
                  <a:pt x="791700" y="133902"/>
                  <a:pt x="805916" y="119426"/>
                  <a:pt x="796438" y="97712"/>
                </a:cubicBezTo>
                <a:cubicBezTo>
                  <a:pt x="829611" y="108569"/>
                  <a:pt x="829611" y="133902"/>
                  <a:pt x="829611" y="133902"/>
                </a:cubicBezTo>
                <a:cubicBezTo>
                  <a:pt x="829611" y="133902"/>
                  <a:pt x="853305" y="42523"/>
                  <a:pt x="881739" y="28047"/>
                </a:cubicBezTo>
                <a:cubicBezTo>
                  <a:pt x="867522" y="64236"/>
                  <a:pt x="881739" y="133902"/>
                  <a:pt x="881739" y="133902"/>
                </a:cubicBezTo>
                <a:lnTo>
                  <a:pt x="957561" y="133902"/>
                </a:lnTo>
                <a:cubicBezTo>
                  <a:pt x="957561" y="133902"/>
                  <a:pt x="990734" y="108569"/>
                  <a:pt x="976517" y="83236"/>
                </a:cubicBezTo>
                <a:cubicBezTo>
                  <a:pt x="1014428" y="97712"/>
                  <a:pt x="1000211" y="133902"/>
                  <a:pt x="1000211" y="133902"/>
                </a:cubicBezTo>
                <a:lnTo>
                  <a:pt x="1205119" y="133902"/>
                </a:lnTo>
              </a:path>
            </a:pathLst>
          </a:custGeom>
          <a:noFill/>
          <a:ln w="20088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40097" y="2373680"/>
            <a:ext cx="315953" cy="317353"/>
          </a:xfrm>
          <a:custGeom>
            <a:avLst/>
            <a:gdLst/>
            <a:ahLst/>
            <a:cxnLst/>
            <a:rect l="0" t="0" r="0" b="0"/>
            <a:pathLst>
              <a:path w="315953" h="317353">
                <a:moveTo>
                  <a:pt x="45177" y="44481"/>
                </a:moveTo>
                <a:cubicBezTo>
                  <a:pt x="19726" y="44481"/>
                  <a:pt x="1924" y="32699"/>
                  <a:pt x="1924" y="22259"/>
                </a:cubicBezTo>
                <a:cubicBezTo>
                  <a:pt x="1924" y="11801"/>
                  <a:pt x="19726" y="0"/>
                  <a:pt x="45177" y="0"/>
                </a:cubicBezTo>
                <a:cubicBezTo>
                  <a:pt x="70646" y="0"/>
                  <a:pt x="88325" y="11782"/>
                  <a:pt x="88325" y="22240"/>
                </a:cubicBezTo>
                <a:cubicBezTo>
                  <a:pt x="88325" y="32689"/>
                  <a:pt x="70646" y="44472"/>
                  <a:pt x="45177" y="44472"/>
                </a:cubicBezTo>
                <a:moveTo>
                  <a:pt x="88325" y="52816"/>
                </a:moveTo>
                <a:cubicBezTo>
                  <a:pt x="88306" y="51816"/>
                  <a:pt x="87753" y="50901"/>
                  <a:pt x="86877" y="50425"/>
                </a:cubicBezTo>
                <a:cubicBezTo>
                  <a:pt x="86010" y="49939"/>
                  <a:pt x="84943" y="49968"/>
                  <a:pt x="84086" y="50482"/>
                </a:cubicBezTo>
                <a:cubicBezTo>
                  <a:pt x="72285" y="57321"/>
                  <a:pt x="58816" y="60779"/>
                  <a:pt x="45177" y="60483"/>
                </a:cubicBezTo>
                <a:cubicBezTo>
                  <a:pt x="31537" y="60798"/>
                  <a:pt x="18068" y="57340"/>
                  <a:pt x="6267" y="50482"/>
                </a:cubicBezTo>
                <a:cubicBezTo>
                  <a:pt x="5362" y="49987"/>
                  <a:pt x="4276" y="49987"/>
                  <a:pt x="3371" y="50482"/>
                </a:cubicBezTo>
                <a:cubicBezTo>
                  <a:pt x="2495" y="50987"/>
                  <a:pt x="1943" y="51920"/>
                  <a:pt x="1924" y="52930"/>
                </a:cubicBezTo>
                <a:lnTo>
                  <a:pt x="1924" y="88953"/>
                </a:lnTo>
                <a:cubicBezTo>
                  <a:pt x="1924" y="99393"/>
                  <a:pt x="19726" y="111175"/>
                  <a:pt x="45177" y="111175"/>
                </a:cubicBezTo>
                <a:cubicBezTo>
                  <a:pt x="70646" y="111175"/>
                  <a:pt x="88325" y="100069"/>
                  <a:pt x="88325" y="88953"/>
                </a:cubicBezTo>
                <a:lnTo>
                  <a:pt x="88325" y="52816"/>
                </a:lnTo>
                <a:moveTo>
                  <a:pt x="45129" y="129111"/>
                </a:moveTo>
                <a:cubicBezTo>
                  <a:pt x="37728" y="129111"/>
                  <a:pt x="31737" y="135102"/>
                  <a:pt x="31737" y="142503"/>
                </a:cubicBezTo>
                <a:lnTo>
                  <a:pt x="31737" y="167792"/>
                </a:lnTo>
                <a:cubicBezTo>
                  <a:pt x="31737" y="171821"/>
                  <a:pt x="33547" y="175631"/>
                  <a:pt x="36661" y="178174"/>
                </a:cubicBezTo>
                <a:lnTo>
                  <a:pt x="61502" y="198405"/>
                </a:lnTo>
                <a:cubicBezTo>
                  <a:pt x="67236" y="203082"/>
                  <a:pt x="75666" y="202225"/>
                  <a:pt x="80343" y="196491"/>
                </a:cubicBezTo>
                <a:cubicBezTo>
                  <a:pt x="85020" y="190757"/>
                  <a:pt x="84162" y="182327"/>
                  <a:pt x="78428" y="177650"/>
                </a:cubicBezTo>
                <a:lnTo>
                  <a:pt x="58512" y="161429"/>
                </a:lnTo>
                <a:lnTo>
                  <a:pt x="58512" y="142503"/>
                </a:lnTo>
                <a:cubicBezTo>
                  <a:pt x="58512" y="135102"/>
                  <a:pt x="52520" y="129111"/>
                  <a:pt x="45129" y="129111"/>
                </a:cubicBezTo>
                <a:moveTo>
                  <a:pt x="272757" y="129111"/>
                </a:moveTo>
                <a:cubicBezTo>
                  <a:pt x="280158" y="129111"/>
                  <a:pt x="286150" y="135102"/>
                  <a:pt x="286150" y="142503"/>
                </a:cubicBezTo>
                <a:lnTo>
                  <a:pt x="286150" y="167792"/>
                </a:lnTo>
                <a:cubicBezTo>
                  <a:pt x="286150" y="171821"/>
                  <a:pt x="284340" y="175631"/>
                  <a:pt x="281225" y="178174"/>
                </a:cubicBezTo>
                <a:lnTo>
                  <a:pt x="256384" y="198405"/>
                </a:lnTo>
                <a:cubicBezTo>
                  <a:pt x="250640" y="202863"/>
                  <a:pt x="242392" y="201920"/>
                  <a:pt x="237801" y="196281"/>
                </a:cubicBezTo>
                <a:cubicBezTo>
                  <a:pt x="233200" y="190642"/>
                  <a:pt x="233943" y="182375"/>
                  <a:pt x="239468" y="177650"/>
                </a:cubicBezTo>
                <a:lnTo>
                  <a:pt x="259365" y="161429"/>
                </a:lnTo>
                <a:lnTo>
                  <a:pt x="259365" y="142503"/>
                </a:lnTo>
                <a:cubicBezTo>
                  <a:pt x="259365" y="135102"/>
                  <a:pt x="265366" y="129111"/>
                  <a:pt x="272757" y="129111"/>
                </a:cubicBezTo>
                <a:moveTo>
                  <a:pt x="171659" y="142503"/>
                </a:moveTo>
                <a:cubicBezTo>
                  <a:pt x="171659" y="135102"/>
                  <a:pt x="165668" y="129111"/>
                  <a:pt x="158276" y="129111"/>
                </a:cubicBezTo>
                <a:cubicBezTo>
                  <a:pt x="150876" y="129111"/>
                  <a:pt x="144884" y="135102"/>
                  <a:pt x="144884" y="142503"/>
                </a:cubicBezTo>
                <a:lnTo>
                  <a:pt x="144884" y="162277"/>
                </a:lnTo>
                <a:cubicBezTo>
                  <a:pt x="144884" y="169668"/>
                  <a:pt x="150876" y="175669"/>
                  <a:pt x="158276" y="175669"/>
                </a:cubicBezTo>
                <a:cubicBezTo>
                  <a:pt x="165668" y="175669"/>
                  <a:pt x="171659" y="169668"/>
                  <a:pt x="171659" y="162277"/>
                </a:cubicBezTo>
                <a:lnTo>
                  <a:pt x="171659" y="142503"/>
                </a:lnTo>
                <a:moveTo>
                  <a:pt x="201063" y="51435"/>
                </a:moveTo>
                <a:cubicBezTo>
                  <a:pt x="201320" y="51854"/>
                  <a:pt x="201463" y="52320"/>
                  <a:pt x="201472" y="52816"/>
                </a:cubicBezTo>
                <a:lnTo>
                  <a:pt x="201472" y="88963"/>
                </a:lnTo>
                <a:cubicBezTo>
                  <a:pt x="201472" y="100079"/>
                  <a:pt x="183794" y="111194"/>
                  <a:pt x="158324" y="111194"/>
                </a:cubicBezTo>
                <a:cubicBezTo>
                  <a:pt x="132873" y="111194"/>
                  <a:pt x="115071" y="99412"/>
                  <a:pt x="115071" y="88963"/>
                </a:cubicBezTo>
                <a:lnTo>
                  <a:pt x="115071" y="52920"/>
                </a:lnTo>
                <a:cubicBezTo>
                  <a:pt x="115090" y="51901"/>
                  <a:pt x="115643" y="50977"/>
                  <a:pt x="116519" y="50472"/>
                </a:cubicBezTo>
                <a:cubicBezTo>
                  <a:pt x="117424" y="49977"/>
                  <a:pt x="118510" y="49977"/>
                  <a:pt x="119414" y="50472"/>
                </a:cubicBezTo>
                <a:cubicBezTo>
                  <a:pt x="131216" y="57321"/>
                  <a:pt x="144684" y="60788"/>
                  <a:pt x="158324" y="60474"/>
                </a:cubicBezTo>
                <a:cubicBezTo>
                  <a:pt x="171964" y="60769"/>
                  <a:pt x="185432" y="57311"/>
                  <a:pt x="197234" y="50472"/>
                </a:cubicBezTo>
                <a:cubicBezTo>
                  <a:pt x="197872" y="50082"/>
                  <a:pt x="198624" y="49968"/>
                  <a:pt x="199348" y="50139"/>
                </a:cubicBezTo>
                <a:cubicBezTo>
                  <a:pt x="200063" y="50320"/>
                  <a:pt x="200682" y="50777"/>
                  <a:pt x="201063" y="51406"/>
                </a:cubicBezTo>
                <a:moveTo>
                  <a:pt x="315953" y="52816"/>
                </a:moveTo>
                <a:cubicBezTo>
                  <a:pt x="315934" y="51816"/>
                  <a:pt x="315391" y="50901"/>
                  <a:pt x="314515" y="50425"/>
                </a:cubicBezTo>
                <a:cubicBezTo>
                  <a:pt x="313639" y="49939"/>
                  <a:pt x="312572" y="49968"/>
                  <a:pt x="311724" y="50482"/>
                </a:cubicBezTo>
                <a:cubicBezTo>
                  <a:pt x="299913" y="57321"/>
                  <a:pt x="286454" y="60779"/>
                  <a:pt x="272815" y="60483"/>
                </a:cubicBezTo>
                <a:cubicBezTo>
                  <a:pt x="259165" y="60798"/>
                  <a:pt x="245697" y="57340"/>
                  <a:pt x="233905" y="50482"/>
                </a:cubicBezTo>
                <a:cubicBezTo>
                  <a:pt x="233000" y="49987"/>
                  <a:pt x="231905" y="49987"/>
                  <a:pt x="231009" y="50482"/>
                </a:cubicBezTo>
                <a:cubicBezTo>
                  <a:pt x="230133" y="50987"/>
                  <a:pt x="229581" y="51920"/>
                  <a:pt x="229562" y="52930"/>
                </a:cubicBezTo>
                <a:lnTo>
                  <a:pt x="229562" y="88953"/>
                </a:lnTo>
                <a:cubicBezTo>
                  <a:pt x="229562" y="99393"/>
                  <a:pt x="247354" y="111175"/>
                  <a:pt x="272815" y="111175"/>
                </a:cubicBezTo>
                <a:cubicBezTo>
                  <a:pt x="298284" y="111175"/>
                  <a:pt x="315953" y="100069"/>
                  <a:pt x="315953" y="88953"/>
                </a:cubicBezTo>
                <a:lnTo>
                  <a:pt x="315953" y="52816"/>
                </a:lnTo>
                <a:moveTo>
                  <a:pt x="229562" y="22240"/>
                </a:moveTo>
                <a:cubicBezTo>
                  <a:pt x="229562" y="32689"/>
                  <a:pt x="247354" y="44472"/>
                  <a:pt x="272815" y="44472"/>
                </a:cubicBezTo>
                <a:cubicBezTo>
                  <a:pt x="298284" y="44472"/>
                  <a:pt x="315953" y="32689"/>
                  <a:pt x="315953" y="22240"/>
                </a:cubicBezTo>
                <a:cubicBezTo>
                  <a:pt x="315953" y="11801"/>
                  <a:pt x="298284" y="19"/>
                  <a:pt x="272815" y="19"/>
                </a:cubicBezTo>
                <a:cubicBezTo>
                  <a:pt x="247354" y="19"/>
                  <a:pt x="229562" y="11801"/>
                  <a:pt x="229562" y="22240"/>
                </a:cubicBezTo>
                <a:moveTo>
                  <a:pt x="158324" y="44472"/>
                </a:moveTo>
                <a:cubicBezTo>
                  <a:pt x="132873" y="44472"/>
                  <a:pt x="115071" y="32689"/>
                  <a:pt x="115071" y="22240"/>
                </a:cubicBezTo>
                <a:cubicBezTo>
                  <a:pt x="115071" y="11801"/>
                  <a:pt x="132873" y="19"/>
                  <a:pt x="158324" y="19"/>
                </a:cubicBezTo>
                <a:cubicBezTo>
                  <a:pt x="183794" y="19"/>
                  <a:pt x="201472" y="11801"/>
                  <a:pt x="201472" y="22240"/>
                </a:cubicBezTo>
                <a:cubicBezTo>
                  <a:pt x="201472" y="32689"/>
                  <a:pt x="183794" y="44472"/>
                  <a:pt x="158324" y="44472"/>
                </a:cubicBezTo>
                <a:moveTo>
                  <a:pt x="62931" y="275348"/>
                </a:moveTo>
                <a:cubicBezTo>
                  <a:pt x="41948" y="296036"/>
                  <a:pt x="20983" y="296036"/>
                  <a:pt x="0" y="296036"/>
                </a:cubicBezTo>
                <a:lnTo>
                  <a:pt x="0" y="317353"/>
                </a:lnTo>
                <a:lnTo>
                  <a:pt x="315944" y="317353"/>
                </a:lnTo>
                <a:lnTo>
                  <a:pt x="315944" y="296017"/>
                </a:lnTo>
                <a:cubicBezTo>
                  <a:pt x="294970" y="296017"/>
                  <a:pt x="274005" y="296017"/>
                  <a:pt x="253031" y="275320"/>
                </a:cubicBezTo>
                <a:cubicBezTo>
                  <a:pt x="232067" y="296017"/>
                  <a:pt x="211093" y="296017"/>
                  <a:pt x="205501" y="296017"/>
                </a:cubicBezTo>
                <a:cubicBezTo>
                  <a:pt x="199901" y="296017"/>
                  <a:pt x="178936" y="296017"/>
                  <a:pt x="157962" y="275320"/>
                </a:cubicBezTo>
                <a:cubicBezTo>
                  <a:pt x="136998" y="296017"/>
                  <a:pt x="116024" y="296017"/>
                  <a:pt x="110432" y="296017"/>
                </a:cubicBezTo>
                <a:cubicBezTo>
                  <a:pt x="104841" y="296017"/>
                  <a:pt x="83877" y="296017"/>
                  <a:pt x="62893" y="275320"/>
                </a:cubicBezTo>
                <a:moveTo>
                  <a:pt x="96688" y="269852"/>
                </a:moveTo>
                <a:cubicBezTo>
                  <a:pt x="96659" y="265890"/>
                  <a:pt x="95326" y="263251"/>
                  <a:pt x="92678" y="260604"/>
                </a:cubicBezTo>
                <a:lnTo>
                  <a:pt x="85982" y="253907"/>
                </a:lnTo>
                <a:cubicBezTo>
                  <a:pt x="81962" y="249888"/>
                  <a:pt x="80619" y="244535"/>
                  <a:pt x="83305" y="239172"/>
                </a:cubicBezTo>
                <a:cubicBezTo>
                  <a:pt x="85982" y="233819"/>
                  <a:pt x="89992" y="231143"/>
                  <a:pt x="96688" y="231143"/>
                </a:cubicBezTo>
                <a:lnTo>
                  <a:pt x="106060" y="231143"/>
                </a:lnTo>
                <a:cubicBezTo>
                  <a:pt x="110080" y="231143"/>
                  <a:pt x="112756" y="229800"/>
                  <a:pt x="115433" y="227123"/>
                </a:cubicBezTo>
                <a:cubicBezTo>
                  <a:pt x="118119" y="224447"/>
                  <a:pt x="119453" y="220427"/>
                  <a:pt x="119453" y="217751"/>
                </a:cubicBezTo>
                <a:lnTo>
                  <a:pt x="119453" y="208378"/>
                </a:lnTo>
                <a:cubicBezTo>
                  <a:pt x="119453" y="203025"/>
                  <a:pt x="122129" y="197672"/>
                  <a:pt x="127492" y="194986"/>
                </a:cubicBezTo>
                <a:cubicBezTo>
                  <a:pt x="132845" y="192309"/>
                  <a:pt x="138198" y="193652"/>
                  <a:pt x="142217" y="197672"/>
                </a:cubicBezTo>
                <a:lnTo>
                  <a:pt x="148913" y="204358"/>
                </a:lnTo>
                <a:cubicBezTo>
                  <a:pt x="151590" y="207044"/>
                  <a:pt x="154266" y="208378"/>
                  <a:pt x="158286" y="208378"/>
                </a:cubicBezTo>
                <a:cubicBezTo>
                  <a:pt x="162306" y="208378"/>
                  <a:pt x="164982" y="207044"/>
                  <a:pt x="167659" y="204358"/>
                </a:cubicBezTo>
                <a:lnTo>
                  <a:pt x="174355" y="197672"/>
                </a:lnTo>
                <a:cubicBezTo>
                  <a:pt x="178374" y="193652"/>
                  <a:pt x="183727" y="192309"/>
                  <a:pt x="189080" y="194986"/>
                </a:cubicBezTo>
                <a:cubicBezTo>
                  <a:pt x="194443" y="197672"/>
                  <a:pt x="197119" y="201682"/>
                  <a:pt x="197119" y="208378"/>
                </a:cubicBezTo>
                <a:lnTo>
                  <a:pt x="197119" y="217751"/>
                </a:lnTo>
                <a:cubicBezTo>
                  <a:pt x="197119" y="221770"/>
                  <a:pt x="198453" y="224447"/>
                  <a:pt x="201139" y="227123"/>
                </a:cubicBezTo>
                <a:cubicBezTo>
                  <a:pt x="203815" y="229800"/>
                  <a:pt x="207825" y="231143"/>
                  <a:pt x="210512" y="231143"/>
                </a:cubicBezTo>
                <a:lnTo>
                  <a:pt x="219884" y="231143"/>
                </a:lnTo>
                <a:cubicBezTo>
                  <a:pt x="225237" y="231143"/>
                  <a:pt x="230590" y="233819"/>
                  <a:pt x="233267" y="239172"/>
                </a:cubicBezTo>
                <a:cubicBezTo>
                  <a:pt x="235953" y="244535"/>
                  <a:pt x="234610" y="249888"/>
                  <a:pt x="230590" y="253907"/>
                </a:cubicBezTo>
                <a:lnTo>
                  <a:pt x="221218" y="260604"/>
                </a:lnTo>
                <a:cubicBezTo>
                  <a:pt x="218570" y="263251"/>
                  <a:pt x="217227" y="265899"/>
                  <a:pt x="217198" y="269843"/>
                </a:cubicBezTo>
                <a:cubicBezTo>
                  <a:pt x="217198" y="270948"/>
                  <a:pt x="217322" y="271957"/>
                  <a:pt x="217541" y="272891"/>
                </a:cubicBezTo>
                <a:cubicBezTo>
                  <a:pt x="210150" y="275977"/>
                  <a:pt x="204377" y="275977"/>
                  <a:pt x="202168" y="275977"/>
                </a:cubicBezTo>
                <a:cubicBezTo>
                  <a:pt x="199167" y="275977"/>
                  <a:pt x="191652" y="275977"/>
                  <a:pt x="182365" y="270967"/>
                </a:cubicBezTo>
                <a:cubicBezTo>
                  <a:pt x="182632" y="264052"/>
                  <a:pt x="180079" y="257327"/>
                  <a:pt x="175279" y="252336"/>
                </a:cubicBezTo>
                <a:cubicBezTo>
                  <a:pt x="170487" y="247345"/>
                  <a:pt x="163868" y="244535"/>
                  <a:pt x="156943" y="244535"/>
                </a:cubicBezTo>
                <a:cubicBezTo>
                  <a:pt x="142589" y="244535"/>
                  <a:pt x="132045" y="255984"/>
                  <a:pt x="131521" y="268966"/>
                </a:cubicBezTo>
                <a:cubicBezTo>
                  <a:pt x="120700" y="275977"/>
                  <a:pt x="111661" y="275958"/>
                  <a:pt x="108756" y="275958"/>
                </a:cubicBezTo>
                <a:cubicBezTo>
                  <a:pt x="106451" y="275958"/>
                  <a:pt x="101936" y="275958"/>
                  <a:pt x="96031" y="274034"/>
                </a:cubicBezTo>
                <a:cubicBezTo>
                  <a:pt x="96478" y="272681"/>
                  <a:pt x="96707" y="271262"/>
                  <a:pt x="96688" y="269843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74414" y="1866019"/>
            <a:ext cx="293674" cy="314705"/>
          </a:xfrm>
          <a:custGeom>
            <a:avLst/>
            <a:gdLst/>
            <a:ahLst/>
            <a:cxnLst/>
            <a:rect l="0" t="0" r="0" b="0"/>
            <a:pathLst>
              <a:path w="293674" h="314705">
                <a:moveTo>
                  <a:pt x="60683" y="22926"/>
                </a:moveTo>
                <a:cubicBezTo>
                  <a:pt x="82638" y="7981"/>
                  <a:pt x="108594" y="0"/>
                  <a:pt x="135159" y="28"/>
                </a:cubicBezTo>
                <a:cubicBezTo>
                  <a:pt x="160010" y="28"/>
                  <a:pt x="180365" y="5162"/>
                  <a:pt x="197396" y="14544"/>
                </a:cubicBezTo>
                <a:cubicBezTo>
                  <a:pt x="214426" y="23917"/>
                  <a:pt x="227752" y="37309"/>
                  <a:pt x="238867" y="53311"/>
                </a:cubicBezTo>
                <a:cubicBezTo>
                  <a:pt x="257089" y="79514"/>
                  <a:pt x="269881" y="113537"/>
                  <a:pt x="283311" y="149275"/>
                </a:cubicBezTo>
                <a:cubicBezTo>
                  <a:pt x="286064" y="156619"/>
                  <a:pt x="288836" y="164010"/>
                  <a:pt x="291703" y="171430"/>
                </a:cubicBezTo>
                <a:cubicBezTo>
                  <a:pt x="293674" y="176574"/>
                  <a:pt x="292998" y="182365"/>
                  <a:pt x="289874" y="186909"/>
                </a:cubicBezTo>
                <a:cubicBezTo>
                  <a:pt x="286759" y="191452"/>
                  <a:pt x="281606" y="194176"/>
                  <a:pt x="276091" y="194195"/>
                </a:cubicBezTo>
                <a:lnTo>
                  <a:pt x="257346" y="194195"/>
                </a:lnTo>
                <a:lnTo>
                  <a:pt x="257346" y="227666"/>
                </a:lnTo>
                <a:cubicBezTo>
                  <a:pt x="257346" y="253545"/>
                  <a:pt x="236362" y="274529"/>
                  <a:pt x="210483" y="274529"/>
                </a:cubicBezTo>
                <a:lnTo>
                  <a:pt x="197091" y="274529"/>
                </a:lnTo>
                <a:lnTo>
                  <a:pt x="197091" y="308009"/>
                </a:lnTo>
                <a:cubicBezTo>
                  <a:pt x="197091" y="311705"/>
                  <a:pt x="194090" y="314705"/>
                  <a:pt x="190395" y="314705"/>
                </a:cubicBezTo>
                <a:lnTo>
                  <a:pt x="49796" y="314705"/>
                </a:lnTo>
                <a:cubicBezTo>
                  <a:pt x="46101" y="314705"/>
                  <a:pt x="43100" y="311705"/>
                  <a:pt x="43100" y="308009"/>
                </a:cubicBezTo>
                <a:lnTo>
                  <a:pt x="43100" y="226999"/>
                </a:lnTo>
                <a:cubicBezTo>
                  <a:pt x="14573" y="199358"/>
                  <a:pt x="0" y="160362"/>
                  <a:pt x="3400" y="120786"/>
                </a:cubicBezTo>
                <a:cubicBezTo>
                  <a:pt x="6810" y="81219"/>
                  <a:pt x="27841" y="45281"/>
                  <a:pt x="60674" y="22926"/>
                </a:cubicBezTo>
                <a:moveTo>
                  <a:pt x="105498" y="55130"/>
                </a:moveTo>
                <a:cubicBezTo>
                  <a:pt x="139074" y="41338"/>
                  <a:pt x="176364" y="51701"/>
                  <a:pt x="199310" y="78752"/>
                </a:cubicBezTo>
                <a:cubicBezTo>
                  <a:pt x="202634" y="82676"/>
                  <a:pt x="203130" y="87296"/>
                  <a:pt x="201415" y="91925"/>
                </a:cubicBezTo>
                <a:cubicBezTo>
                  <a:pt x="199624" y="96821"/>
                  <a:pt x="195291" y="101593"/>
                  <a:pt x="132130" y="128054"/>
                </a:cubicBezTo>
                <a:cubicBezTo>
                  <a:pt x="126996" y="130235"/>
                  <a:pt x="124491" y="136093"/>
                  <a:pt x="126472" y="141312"/>
                </a:cubicBezTo>
                <a:cubicBezTo>
                  <a:pt x="127406" y="143779"/>
                  <a:pt x="129301" y="145761"/>
                  <a:pt x="131730" y="146799"/>
                </a:cubicBezTo>
                <a:cubicBezTo>
                  <a:pt x="134159" y="147837"/>
                  <a:pt x="136912" y="147837"/>
                  <a:pt x="196462" y="122872"/>
                </a:cubicBezTo>
                <a:cubicBezTo>
                  <a:pt x="207483" y="118271"/>
                  <a:pt x="216103" y="109299"/>
                  <a:pt x="219998" y="98717"/>
                </a:cubicBezTo>
                <a:cubicBezTo>
                  <a:pt x="224008" y="87887"/>
                  <a:pt x="222970" y="75323"/>
                  <a:pt x="214455" y="65284"/>
                </a:cubicBezTo>
                <a:cubicBezTo>
                  <a:pt x="186280" y="32080"/>
                  <a:pt x="139912" y="18954"/>
                  <a:pt x="97716" y="36623"/>
                </a:cubicBezTo>
                <a:cubicBezTo>
                  <a:pt x="92649" y="38738"/>
                  <a:pt x="87744" y="41243"/>
                  <a:pt x="83077" y="44129"/>
                </a:cubicBezTo>
                <a:cubicBezTo>
                  <a:pt x="79943" y="45977"/>
                  <a:pt x="78057" y="49368"/>
                  <a:pt x="78143" y="53006"/>
                </a:cubicBezTo>
                <a:cubicBezTo>
                  <a:pt x="78219" y="56635"/>
                  <a:pt x="80267" y="59940"/>
                  <a:pt x="83477" y="61645"/>
                </a:cubicBezTo>
                <a:cubicBezTo>
                  <a:pt x="86687" y="63350"/>
                  <a:pt x="90573" y="63179"/>
                  <a:pt x="93621" y="61217"/>
                </a:cubicBezTo>
                <a:cubicBezTo>
                  <a:pt x="97412" y="58874"/>
                  <a:pt x="101384" y="56835"/>
                  <a:pt x="105498" y="55130"/>
                </a:cubicBezTo>
                <a:moveTo>
                  <a:pt x="67275" y="70180"/>
                </a:moveTo>
                <a:cubicBezTo>
                  <a:pt x="62712" y="67036"/>
                  <a:pt x="56464" y="68170"/>
                  <a:pt x="53301" y="72732"/>
                </a:cubicBezTo>
                <a:cubicBezTo>
                  <a:pt x="48577" y="79552"/>
                  <a:pt x="43052" y="87525"/>
                  <a:pt x="39604" y="96897"/>
                </a:cubicBezTo>
                <a:cubicBezTo>
                  <a:pt x="37699" y="102107"/>
                  <a:pt x="40366" y="107880"/>
                  <a:pt x="45577" y="109794"/>
                </a:cubicBezTo>
                <a:cubicBezTo>
                  <a:pt x="50787" y="111699"/>
                  <a:pt x="56559" y="109032"/>
                  <a:pt x="58473" y="103822"/>
                </a:cubicBezTo>
                <a:cubicBezTo>
                  <a:pt x="60883" y="97221"/>
                  <a:pt x="64903" y="91259"/>
                  <a:pt x="69818" y="84162"/>
                </a:cubicBezTo>
                <a:cubicBezTo>
                  <a:pt x="72971" y="79600"/>
                  <a:pt x="71828" y="73352"/>
                  <a:pt x="67275" y="70199"/>
                </a:cubicBezTo>
                <a:moveTo>
                  <a:pt x="39957" y="124787"/>
                </a:moveTo>
                <a:cubicBezTo>
                  <a:pt x="34413" y="124729"/>
                  <a:pt x="29860" y="129178"/>
                  <a:pt x="29803" y="134721"/>
                </a:cubicBezTo>
                <a:cubicBezTo>
                  <a:pt x="29670" y="147208"/>
                  <a:pt x="35366" y="157286"/>
                  <a:pt x="44110" y="163582"/>
                </a:cubicBezTo>
                <a:cubicBezTo>
                  <a:pt x="48606" y="166649"/>
                  <a:pt x="54730" y="165563"/>
                  <a:pt x="57911" y="161143"/>
                </a:cubicBezTo>
                <a:cubicBezTo>
                  <a:pt x="61093" y="156724"/>
                  <a:pt x="60169" y="150580"/>
                  <a:pt x="55835" y="147285"/>
                </a:cubicBezTo>
                <a:cubicBezTo>
                  <a:pt x="52263" y="144713"/>
                  <a:pt x="49834" y="140712"/>
                  <a:pt x="49891" y="134940"/>
                </a:cubicBezTo>
                <a:cubicBezTo>
                  <a:pt x="49949" y="129397"/>
                  <a:pt x="45500" y="124844"/>
                  <a:pt x="39957" y="124787"/>
                </a:cubicBezTo>
                <a:moveTo>
                  <a:pt x="113747" y="147751"/>
                </a:moveTo>
                <a:cubicBezTo>
                  <a:pt x="112766" y="145275"/>
                  <a:pt x="110842" y="143284"/>
                  <a:pt x="108404" y="142227"/>
                </a:cubicBezTo>
                <a:cubicBezTo>
                  <a:pt x="105956" y="141160"/>
                  <a:pt x="103184" y="141122"/>
                  <a:pt x="100707" y="142103"/>
                </a:cubicBezTo>
                <a:lnTo>
                  <a:pt x="80324" y="150180"/>
                </a:lnTo>
                <a:cubicBezTo>
                  <a:pt x="75380" y="152352"/>
                  <a:pt x="73037" y="158038"/>
                  <a:pt x="75028" y="163067"/>
                </a:cubicBezTo>
                <a:cubicBezTo>
                  <a:pt x="77009" y="168087"/>
                  <a:pt x="82610" y="170640"/>
                  <a:pt x="87706" y="168840"/>
                </a:cubicBezTo>
                <a:lnTo>
                  <a:pt x="108099" y="160781"/>
                </a:lnTo>
                <a:cubicBezTo>
                  <a:pt x="113252" y="158743"/>
                  <a:pt x="115776" y="152904"/>
                  <a:pt x="113738" y="147751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64098" y="3055734"/>
            <a:ext cx="316363" cy="291969"/>
          </a:xfrm>
          <a:custGeom>
            <a:avLst/>
            <a:gdLst/>
            <a:ahLst/>
            <a:cxnLst/>
            <a:rect l="0" t="0" r="0" b="0"/>
            <a:pathLst>
              <a:path w="316363" h="291969">
                <a:moveTo>
                  <a:pt x="20088" y="0"/>
                </a:moveTo>
                <a:cubicBezTo>
                  <a:pt x="9001" y="0"/>
                  <a:pt x="0" y="8991"/>
                  <a:pt x="0" y="20078"/>
                </a:cubicBezTo>
                <a:lnTo>
                  <a:pt x="0" y="109823"/>
                </a:lnTo>
                <a:cubicBezTo>
                  <a:pt x="0" y="120919"/>
                  <a:pt x="9001" y="129911"/>
                  <a:pt x="20088" y="129911"/>
                </a:cubicBezTo>
                <a:lnTo>
                  <a:pt x="151152" y="129911"/>
                </a:lnTo>
                <a:cubicBezTo>
                  <a:pt x="171411" y="108718"/>
                  <a:pt x="199463" y="96754"/>
                  <a:pt x="228780" y="96793"/>
                </a:cubicBezTo>
                <a:cubicBezTo>
                  <a:pt x="253498" y="96754"/>
                  <a:pt x="277463" y="105270"/>
                  <a:pt x="296627" y="120900"/>
                </a:cubicBezTo>
                <a:cubicBezTo>
                  <a:pt x="298723" y="117719"/>
                  <a:pt x="299942" y="113919"/>
                  <a:pt x="299942" y="109823"/>
                </a:cubicBezTo>
                <a:lnTo>
                  <a:pt x="299942" y="20078"/>
                </a:lnTo>
                <a:cubicBezTo>
                  <a:pt x="299942" y="8991"/>
                  <a:pt x="290950" y="0"/>
                  <a:pt x="279863" y="0"/>
                </a:cubicBezTo>
                <a:lnTo>
                  <a:pt x="20088" y="0"/>
                </a:lnTo>
                <a:moveTo>
                  <a:pt x="72751" y="64950"/>
                </a:moveTo>
                <a:cubicBezTo>
                  <a:pt x="72751" y="74828"/>
                  <a:pt x="64741" y="82838"/>
                  <a:pt x="54863" y="82838"/>
                </a:cubicBezTo>
                <a:cubicBezTo>
                  <a:pt x="44986" y="82838"/>
                  <a:pt x="36976" y="74828"/>
                  <a:pt x="36976" y="64950"/>
                </a:cubicBezTo>
                <a:cubicBezTo>
                  <a:pt x="36976" y="55073"/>
                  <a:pt x="44986" y="47053"/>
                  <a:pt x="54863" y="47053"/>
                </a:cubicBezTo>
                <a:cubicBezTo>
                  <a:pt x="64741" y="47053"/>
                  <a:pt x="72751" y="55073"/>
                  <a:pt x="72751" y="64950"/>
                </a:cubicBezTo>
                <a:moveTo>
                  <a:pt x="117338" y="47063"/>
                </a:moveTo>
                <a:cubicBezTo>
                  <a:pt x="127225" y="47063"/>
                  <a:pt x="135235" y="55073"/>
                  <a:pt x="135235" y="64950"/>
                </a:cubicBezTo>
                <a:cubicBezTo>
                  <a:pt x="135235" y="74837"/>
                  <a:pt x="127225" y="82838"/>
                  <a:pt x="117338" y="82838"/>
                </a:cubicBezTo>
                <a:cubicBezTo>
                  <a:pt x="107461" y="82838"/>
                  <a:pt x="99460" y="74828"/>
                  <a:pt x="99460" y="64950"/>
                </a:cubicBezTo>
                <a:cubicBezTo>
                  <a:pt x="99460" y="55073"/>
                  <a:pt x="107461" y="47063"/>
                  <a:pt x="117338" y="47063"/>
                </a:cubicBezTo>
                <a:moveTo>
                  <a:pt x="197738" y="64950"/>
                </a:moveTo>
                <a:cubicBezTo>
                  <a:pt x="197738" y="74828"/>
                  <a:pt x="189728" y="82838"/>
                  <a:pt x="179851" y="82838"/>
                </a:cubicBezTo>
                <a:cubicBezTo>
                  <a:pt x="169973" y="82838"/>
                  <a:pt x="161963" y="74828"/>
                  <a:pt x="161963" y="64950"/>
                </a:cubicBezTo>
                <a:cubicBezTo>
                  <a:pt x="161953" y="55073"/>
                  <a:pt x="169964" y="47053"/>
                  <a:pt x="179851" y="47053"/>
                </a:cubicBezTo>
                <a:cubicBezTo>
                  <a:pt x="189728" y="47053"/>
                  <a:pt x="197738" y="55073"/>
                  <a:pt x="197738" y="64950"/>
                </a:cubicBezTo>
                <a:moveTo>
                  <a:pt x="167973" y="204368"/>
                </a:moveTo>
                <a:cubicBezTo>
                  <a:pt x="167973" y="237953"/>
                  <a:pt x="195195" y="265185"/>
                  <a:pt x="228780" y="265185"/>
                </a:cubicBezTo>
                <a:cubicBezTo>
                  <a:pt x="262366" y="265185"/>
                  <a:pt x="289598" y="237953"/>
                  <a:pt x="289598" y="204368"/>
                </a:cubicBezTo>
                <a:cubicBezTo>
                  <a:pt x="289598" y="170792"/>
                  <a:pt x="262375" y="143570"/>
                  <a:pt x="228790" y="143570"/>
                </a:cubicBezTo>
                <a:cubicBezTo>
                  <a:pt x="195205" y="143570"/>
                  <a:pt x="167982" y="170792"/>
                  <a:pt x="167982" y="204368"/>
                </a:cubicBezTo>
                <a:moveTo>
                  <a:pt x="228790" y="291960"/>
                </a:moveTo>
                <a:cubicBezTo>
                  <a:pt x="180403" y="291969"/>
                  <a:pt x="141179" y="252745"/>
                  <a:pt x="141179" y="204368"/>
                </a:cubicBezTo>
                <a:cubicBezTo>
                  <a:pt x="141179" y="155981"/>
                  <a:pt x="180403" y="116757"/>
                  <a:pt x="228790" y="116776"/>
                </a:cubicBezTo>
                <a:cubicBezTo>
                  <a:pt x="277158" y="116786"/>
                  <a:pt x="316363" y="155990"/>
                  <a:pt x="316363" y="204368"/>
                </a:cubicBezTo>
                <a:cubicBezTo>
                  <a:pt x="316363" y="252736"/>
                  <a:pt x="277158" y="291950"/>
                  <a:pt x="228790" y="291960"/>
                </a:cubicBezTo>
                <a:moveTo>
                  <a:pt x="242192" y="172183"/>
                </a:moveTo>
                <a:lnTo>
                  <a:pt x="242192" y="198281"/>
                </a:lnTo>
                <a:lnTo>
                  <a:pt x="259089" y="215188"/>
                </a:lnTo>
                <a:cubicBezTo>
                  <a:pt x="264166" y="220446"/>
                  <a:pt x="264090" y="228800"/>
                  <a:pt x="258927" y="233962"/>
                </a:cubicBezTo>
                <a:cubicBezTo>
                  <a:pt x="253765" y="239125"/>
                  <a:pt x="245411" y="239201"/>
                  <a:pt x="240153" y="234124"/>
                </a:cubicBezTo>
                <a:lnTo>
                  <a:pt x="219322" y="213302"/>
                </a:lnTo>
                <a:cubicBezTo>
                  <a:pt x="216808" y="210788"/>
                  <a:pt x="215398" y="207378"/>
                  <a:pt x="215398" y="203825"/>
                </a:cubicBezTo>
                <a:lnTo>
                  <a:pt x="215398" y="172183"/>
                </a:lnTo>
                <a:cubicBezTo>
                  <a:pt x="215398" y="164782"/>
                  <a:pt x="221399" y="158791"/>
                  <a:pt x="228790" y="158791"/>
                </a:cubicBezTo>
                <a:cubicBezTo>
                  <a:pt x="236181" y="158791"/>
                  <a:pt x="242182" y="164782"/>
                  <a:pt x="242182" y="172183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6" name="Group 25"/>
          <p:cNvGrpSpPr/>
          <p:nvPr/>
        </p:nvGrpSpPr>
        <p:grpSpPr>
          <a:xfrm>
            <a:off x="4183649" y="2043512"/>
            <a:ext cx="1263615" cy="267689"/>
            <a:chOff x="4166566" y="1993455"/>
            <a:chExt cx="1263615" cy="267689"/>
          </a:xfrm>
        </p:grpSpPr>
        <p:sp>
          <p:nvSpPr>
            <p:cNvPr id="24" name="TextBox 23"/>
            <p:cNvSpPr txBox="1"/>
            <p:nvPr/>
          </p:nvSpPr>
          <p:spPr>
            <a:xfrm>
              <a:off x="4166566" y="1993455"/>
              <a:ext cx="1263615" cy="133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384F61"/>
                  </a:solidFill>
                  <a:latin typeface="Georgia"/>
                </a:rPr>
                <a:t>Data-driven insights are not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6566" y="2127281"/>
              <a:ext cx="1263615" cy="133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384F61"/>
                  </a:solidFill>
                  <a:latin typeface="Georgia"/>
                </a:rPr>
                <a:t>prioritized over gut feelings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986520" y="2311245"/>
            <a:ext cx="1150496" cy="321420"/>
            <a:chOff x="969437" y="2261188"/>
            <a:chExt cx="1150496" cy="321420"/>
          </a:xfrm>
        </p:grpSpPr>
        <p:sp>
          <p:nvSpPr>
            <p:cNvPr id="27" name="TextBox 26"/>
            <p:cNvSpPr txBox="1"/>
            <p:nvPr/>
          </p:nvSpPr>
          <p:spPr>
            <a:xfrm>
              <a:off x="969437" y="2261188"/>
              <a:ext cx="1150496" cy="1606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1">
                  <a:solidFill>
                    <a:srgbClr val="384F61"/>
                  </a:solidFill>
                  <a:latin typeface="Georgia"/>
                </a:rPr>
                <a:t>Lack of Business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9437" y="2421874"/>
              <a:ext cx="1150496" cy="160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1">
                  <a:solidFill>
                    <a:srgbClr val="384F61"/>
                  </a:solidFill>
                  <a:latin typeface="Georgia"/>
                </a:rPr>
                <a:t>Insights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183649" y="1802446"/>
            <a:ext cx="1467450" cy="1606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384F61"/>
                </a:solidFill>
                <a:latin typeface="Georgia"/>
              </a:rPr>
              <a:t>Reliance on Intuition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551233" y="2321860"/>
            <a:ext cx="2107768" cy="380952"/>
            <a:chOff x="6534150" y="2271803"/>
            <a:chExt cx="2107768" cy="380952"/>
          </a:xfrm>
        </p:grpSpPr>
        <p:sp>
          <p:nvSpPr>
            <p:cNvPr id="31" name="TextBox 30"/>
            <p:cNvSpPr txBox="1"/>
            <p:nvPr/>
          </p:nvSpPr>
          <p:spPr>
            <a:xfrm>
              <a:off x="6534150" y="2271803"/>
              <a:ext cx="210776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Strategic Decision Making: Long-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34150" y="2462303"/>
              <a:ext cx="2107768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term planning and goal setting.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31114" y="2713041"/>
            <a:ext cx="1505902" cy="267689"/>
            <a:chOff x="614031" y="2662984"/>
            <a:chExt cx="1505902" cy="267689"/>
          </a:xfrm>
        </p:grpSpPr>
        <p:sp>
          <p:nvSpPr>
            <p:cNvPr id="34" name="TextBox 33"/>
            <p:cNvSpPr txBox="1"/>
            <p:nvPr/>
          </p:nvSpPr>
          <p:spPr>
            <a:xfrm>
              <a:off x="614031" y="2662984"/>
              <a:ext cx="1505902" cy="133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384F61"/>
                  </a:solidFill>
                  <a:latin typeface="Georgia"/>
                </a:rPr>
                <a:t>Patterns and performance metrics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14031" y="2796810"/>
              <a:ext cx="1505902" cy="133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384F61"/>
                  </a:solidFill>
                  <a:latin typeface="Georgia"/>
                </a:rPr>
                <a:t>are not identified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322633" y="1293164"/>
            <a:ext cx="2390660" cy="685800"/>
            <a:chOff x="6305550" y="1243107"/>
            <a:chExt cx="2390660" cy="685800"/>
          </a:xfrm>
        </p:grpSpPr>
        <p:sp>
          <p:nvSpPr>
            <p:cNvPr id="37" name="TextBox 36"/>
            <p:cNvSpPr txBox="1"/>
            <p:nvPr/>
          </p:nvSpPr>
          <p:spPr>
            <a:xfrm>
              <a:off x="6305550" y="1243107"/>
              <a:ext cx="23906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Purpose: Enabling Strategic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305550" y="1471707"/>
              <a:ext cx="23906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Decision Making through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305550" y="1700307"/>
              <a:ext cx="23906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Historical Analysis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183649" y="2980775"/>
            <a:ext cx="1303258" cy="321420"/>
            <a:chOff x="4166566" y="2930718"/>
            <a:chExt cx="1303258" cy="321420"/>
          </a:xfrm>
        </p:grpSpPr>
        <p:sp>
          <p:nvSpPr>
            <p:cNvPr id="41" name="TextBox 40"/>
            <p:cNvSpPr txBox="1"/>
            <p:nvPr/>
          </p:nvSpPr>
          <p:spPr>
            <a:xfrm>
              <a:off x="4166566" y="2930718"/>
              <a:ext cx="1303258" cy="1606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384F61"/>
                  </a:solidFill>
                  <a:latin typeface="Georgia"/>
                </a:rPr>
                <a:t>Limited Historical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166566" y="3091404"/>
              <a:ext cx="1303258" cy="160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384F61"/>
                  </a:solidFill>
                  <a:latin typeface="Georgia"/>
                </a:rPr>
                <a:t>Analysis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551233" y="2931412"/>
            <a:ext cx="2185158" cy="380952"/>
            <a:chOff x="6534150" y="2881355"/>
            <a:chExt cx="2185158" cy="380952"/>
          </a:xfrm>
        </p:grpSpPr>
        <p:sp>
          <p:nvSpPr>
            <p:cNvPr id="44" name="TextBox 43"/>
            <p:cNvSpPr txBox="1"/>
            <p:nvPr/>
          </p:nvSpPr>
          <p:spPr>
            <a:xfrm>
              <a:off x="6534150" y="2881355"/>
              <a:ext cx="218515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Business Analysis: Identifying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534150" y="3071855"/>
              <a:ext cx="2185158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patterns and performance metrics.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183649" y="3382571"/>
            <a:ext cx="1517570" cy="267689"/>
            <a:chOff x="4166566" y="3332514"/>
            <a:chExt cx="1517570" cy="267689"/>
          </a:xfrm>
        </p:grpSpPr>
        <p:sp>
          <p:nvSpPr>
            <p:cNvPr id="47" name="TextBox 46"/>
            <p:cNvSpPr txBox="1"/>
            <p:nvPr/>
          </p:nvSpPr>
          <p:spPr>
            <a:xfrm>
              <a:off x="4166566" y="3332514"/>
              <a:ext cx="1517570" cy="133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384F61"/>
                  </a:solidFill>
                  <a:latin typeface="Georgia"/>
                </a:rPr>
                <a:t>Past performance is not leveraged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166566" y="3466340"/>
              <a:ext cx="1517570" cy="133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384F61"/>
                  </a:solidFill>
                  <a:latin typeface="Georgia"/>
                </a:rPr>
                <a:t>for future predictions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551233" y="3540964"/>
            <a:ext cx="2069782" cy="571452"/>
            <a:chOff x="6534150" y="3490907"/>
            <a:chExt cx="2069782" cy="571452"/>
          </a:xfrm>
        </p:grpSpPr>
        <p:sp>
          <p:nvSpPr>
            <p:cNvPr id="50" name="TextBox 49"/>
            <p:cNvSpPr txBox="1"/>
            <p:nvPr/>
          </p:nvSpPr>
          <p:spPr>
            <a:xfrm>
              <a:off x="6534150" y="3490907"/>
              <a:ext cx="206978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Historical Data: Leveraging past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34150" y="3681407"/>
              <a:ext cx="206978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performance to predict future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34150" y="3871907"/>
              <a:ext cx="2069782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outcomes.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07608" y="421532"/>
            <a:ext cx="611624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384F61"/>
                </a:solidFill>
                <a:latin typeface="Merriweather"/>
              </a:rPr>
              <a:t>Decision Support System (DSS)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6551233" y="4341016"/>
            <a:ext cx="1918458" cy="380952"/>
            <a:chOff x="6534150" y="4290959"/>
            <a:chExt cx="1918458" cy="380952"/>
          </a:xfrm>
        </p:grpSpPr>
        <p:sp>
          <p:nvSpPr>
            <p:cNvPr id="55" name="TextBox 54"/>
            <p:cNvSpPr txBox="1"/>
            <p:nvPr/>
          </p:nvSpPr>
          <p:spPr>
            <a:xfrm>
              <a:off x="6534150" y="4290959"/>
              <a:ext cx="191845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Better Decision Making: Data-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534150" y="4481459"/>
              <a:ext cx="1918458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driven insights over intuition.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64510" y="2467670"/>
            <a:ext cx="663063" cy="734263"/>
          </a:xfrm>
          <a:custGeom>
            <a:avLst/>
            <a:gdLst/>
            <a:ahLst/>
            <a:cxnLst/>
            <a:rect l="0" t="0" r="0" b="0"/>
            <a:pathLst>
              <a:path w="663063" h="734263">
                <a:moveTo>
                  <a:pt x="222294" y="53549"/>
                </a:moveTo>
                <a:cubicBezTo>
                  <a:pt x="249126" y="19126"/>
                  <a:pt x="264461" y="0"/>
                  <a:pt x="291284" y="3829"/>
                </a:cubicBezTo>
                <a:cubicBezTo>
                  <a:pt x="318115" y="7648"/>
                  <a:pt x="333451" y="26774"/>
                  <a:pt x="352615" y="34423"/>
                </a:cubicBezTo>
                <a:cubicBezTo>
                  <a:pt x="371770" y="42071"/>
                  <a:pt x="387105" y="57369"/>
                  <a:pt x="448427" y="53549"/>
                </a:cubicBezTo>
                <a:cubicBezTo>
                  <a:pt x="509749" y="49720"/>
                  <a:pt x="486756" y="80314"/>
                  <a:pt x="482927" y="87963"/>
                </a:cubicBezTo>
                <a:cubicBezTo>
                  <a:pt x="479078" y="95621"/>
                  <a:pt x="436930" y="141503"/>
                  <a:pt x="402440" y="164449"/>
                </a:cubicBezTo>
                <a:cubicBezTo>
                  <a:pt x="400564" y="165687"/>
                  <a:pt x="398868" y="166973"/>
                  <a:pt x="397335" y="168278"/>
                </a:cubicBezTo>
                <a:cubicBezTo>
                  <a:pt x="413937" y="168268"/>
                  <a:pt x="433101" y="175917"/>
                  <a:pt x="433101" y="191214"/>
                </a:cubicBezTo>
                <a:cubicBezTo>
                  <a:pt x="433101" y="202691"/>
                  <a:pt x="424453" y="212807"/>
                  <a:pt x="412499" y="214045"/>
                </a:cubicBezTo>
                <a:cubicBezTo>
                  <a:pt x="426472" y="227952"/>
                  <a:pt x="444274" y="247564"/>
                  <a:pt x="471420" y="279177"/>
                </a:cubicBezTo>
                <a:cubicBezTo>
                  <a:pt x="535790" y="354110"/>
                  <a:pt x="584958" y="430482"/>
                  <a:pt x="617067" y="500976"/>
                </a:cubicBezTo>
                <a:cubicBezTo>
                  <a:pt x="636231" y="543048"/>
                  <a:pt x="663063" y="600408"/>
                  <a:pt x="663063" y="661596"/>
                </a:cubicBezTo>
                <a:cubicBezTo>
                  <a:pt x="663063" y="698811"/>
                  <a:pt x="650281" y="725338"/>
                  <a:pt x="647728" y="734263"/>
                </a:cubicBezTo>
                <a:lnTo>
                  <a:pt x="0" y="734263"/>
                </a:lnTo>
                <a:lnTo>
                  <a:pt x="5114" y="710907"/>
                </a:lnTo>
                <a:cubicBezTo>
                  <a:pt x="17983" y="652043"/>
                  <a:pt x="38804" y="561689"/>
                  <a:pt x="95821" y="424500"/>
                </a:cubicBezTo>
                <a:cubicBezTo>
                  <a:pt x="153304" y="302123"/>
                  <a:pt x="180136" y="263880"/>
                  <a:pt x="218465" y="214160"/>
                </a:cubicBezTo>
                <a:cubicBezTo>
                  <a:pt x="218398" y="214150"/>
                  <a:pt x="195472" y="210311"/>
                  <a:pt x="195472" y="191214"/>
                </a:cubicBezTo>
                <a:cubicBezTo>
                  <a:pt x="195472" y="179774"/>
                  <a:pt x="203834" y="173507"/>
                  <a:pt x="203882" y="173478"/>
                </a:cubicBezTo>
                <a:cubicBezTo>
                  <a:pt x="181813" y="157619"/>
                  <a:pt x="158800" y="139226"/>
                  <a:pt x="149475" y="126206"/>
                </a:cubicBezTo>
                <a:cubicBezTo>
                  <a:pt x="130311" y="99431"/>
                  <a:pt x="145646" y="87963"/>
                  <a:pt x="149475" y="87963"/>
                </a:cubicBezTo>
                <a:cubicBezTo>
                  <a:pt x="153304" y="87963"/>
                  <a:pt x="195472" y="87963"/>
                  <a:pt x="222294" y="53549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64510" y="2467674"/>
            <a:ext cx="663061" cy="734254"/>
          </a:xfrm>
          <a:custGeom>
            <a:avLst/>
            <a:gdLst/>
            <a:ahLst/>
            <a:cxnLst/>
            <a:rect l="0" t="0" r="0" b="0"/>
            <a:pathLst>
              <a:path w="663061" h="734254">
                <a:moveTo>
                  <a:pt x="95818" y="424490"/>
                </a:moveTo>
                <a:cubicBezTo>
                  <a:pt x="30661" y="581284"/>
                  <a:pt x="12776" y="676891"/>
                  <a:pt x="0" y="734254"/>
                </a:cubicBezTo>
                <a:lnTo>
                  <a:pt x="647730" y="734253"/>
                </a:lnTo>
                <a:cubicBezTo>
                  <a:pt x="650285" y="725330"/>
                  <a:pt x="663061" y="698811"/>
                  <a:pt x="663061" y="661593"/>
                </a:cubicBezTo>
                <a:cubicBezTo>
                  <a:pt x="663061" y="600405"/>
                  <a:pt x="636232" y="543041"/>
                  <a:pt x="617069" y="500975"/>
                </a:cubicBezTo>
                <a:cubicBezTo>
                  <a:pt x="584955" y="430480"/>
                  <a:pt x="535796" y="354101"/>
                  <a:pt x="471425" y="279168"/>
                </a:cubicBezTo>
                <a:cubicBezTo>
                  <a:pt x="444270" y="247558"/>
                  <a:pt x="426468" y="227946"/>
                  <a:pt x="412496" y="214034"/>
                </a:cubicBezTo>
                <a:cubicBezTo>
                  <a:pt x="424448" y="212800"/>
                  <a:pt x="433098" y="202683"/>
                  <a:pt x="433098" y="191211"/>
                </a:cubicBezTo>
                <a:cubicBezTo>
                  <a:pt x="433098" y="175913"/>
                  <a:pt x="413934" y="168265"/>
                  <a:pt x="397331" y="168266"/>
                </a:cubicBezTo>
                <a:cubicBezTo>
                  <a:pt x="398867" y="166967"/>
                  <a:pt x="400566" y="165685"/>
                  <a:pt x="402436" y="164441"/>
                </a:cubicBezTo>
                <a:cubicBezTo>
                  <a:pt x="436930" y="141495"/>
                  <a:pt x="479090" y="95605"/>
                  <a:pt x="482923" y="87957"/>
                </a:cubicBezTo>
                <a:cubicBezTo>
                  <a:pt x="486756" y="80309"/>
                  <a:pt x="509752" y="49714"/>
                  <a:pt x="448429" y="53539"/>
                </a:cubicBezTo>
                <a:cubicBezTo>
                  <a:pt x="387105" y="57364"/>
                  <a:pt x="371774" y="42065"/>
                  <a:pt x="352610" y="34417"/>
                </a:cubicBezTo>
                <a:cubicBezTo>
                  <a:pt x="333447" y="26768"/>
                  <a:pt x="318116" y="7647"/>
                  <a:pt x="291287" y="3824"/>
                </a:cubicBezTo>
                <a:cubicBezTo>
                  <a:pt x="264458" y="0"/>
                  <a:pt x="249127" y="19120"/>
                  <a:pt x="222298" y="53539"/>
                </a:cubicBezTo>
                <a:cubicBezTo>
                  <a:pt x="195469" y="87957"/>
                  <a:pt x="153309" y="87957"/>
                  <a:pt x="149476" y="87957"/>
                </a:cubicBezTo>
                <a:cubicBezTo>
                  <a:pt x="145643" y="87957"/>
                  <a:pt x="130312" y="99430"/>
                  <a:pt x="149476" y="126199"/>
                </a:cubicBezTo>
                <a:cubicBezTo>
                  <a:pt x="158797" y="139219"/>
                  <a:pt x="181813" y="157612"/>
                  <a:pt x="203881" y="173469"/>
                </a:cubicBezTo>
                <a:cubicBezTo>
                  <a:pt x="203881" y="173469"/>
                  <a:pt x="195469" y="179738"/>
                  <a:pt x="195469" y="191211"/>
                </a:cubicBezTo>
                <a:cubicBezTo>
                  <a:pt x="195469" y="210332"/>
                  <a:pt x="218465" y="214157"/>
                  <a:pt x="218465" y="214157"/>
                </a:cubicBezTo>
                <a:cubicBezTo>
                  <a:pt x="180138" y="263872"/>
                  <a:pt x="153309" y="302114"/>
                  <a:pt x="95818" y="424490"/>
                </a:cubicBezTo>
                <a:close/>
                <a:moveTo>
                  <a:pt x="195469" y="191211"/>
                </a:moveTo>
                <a:cubicBezTo>
                  <a:pt x="195469" y="183562"/>
                  <a:pt x="198746" y="177677"/>
                  <a:pt x="203881" y="173469"/>
                </a:cubicBezTo>
                <a:cubicBezTo>
                  <a:pt x="207851" y="170218"/>
                  <a:pt x="212929" y="168265"/>
                  <a:pt x="218465" y="168265"/>
                </a:cubicBezTo>
                <a:lnTo>
                  <a:pt x="397331" y="168266"/>
                </a:lnTo>
                <a:cubicBezTo>
                  <a:pt x="417767" y="168265"/>
                  <a:pt x="433098" y="178539"/>
                  <a:pt x="433098" y="191211"/>
                </a:cubicBezTo>
                <a:cubicBezTo>
                  <a:pt x="433098" y="203077"/>
                  <a:pt x="424072" y="212839"/>
                  <a:pt x="412496" y="214034"/>
                </a:cubicBezTo>
                <a:cubicBezTo>
                  <a:pt x="411709" y="214115"/>
                  <a:pt x="410910" y="214156"/>
                  <a:pt x="410101" y="214156"/>
                </a:cubicBezTo>
                <a:lnTo>
                  <a:pt x="218465" y="214157"/>
                </a:lnTo>
                <a:cubicBezTo>
                  <a:pt x="218465" y="214157"/>
                  <a:pt x="195469" y="210332"/>
                  <a:pt x="195469" y="191211"/>
                </a:cubicBezTo>
                <a:close/>
              </a:path>
            </a:pathLst>
          </a:custGeom>
          <a:noFill/>
          <a:ln w="2299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9434" y="2466001"/>
            <a:ext cx="663063" cy="735930"/>
          </a:xfrm>
          <a:custGeom>
            <a:avLst/>
            <a:gdLst/>
            <a:ahLst/>
            <a:cxnLst/>
            <a:rect l="0" t="0" r="0" b="0"/>
            <a:pathLst>
              <a:path w="663063" h="735930">
                <a:moveTo>
                  <a:pt x="222294" y="53654"/>
                </a:moveTo>
                <a:cubicBezTo>
                  <a:pt x="249126" y="19154"/>
                  <a:pt x="264461" y="0"/>
                  <a:pt x="291284" y="3829"/>
                </a:cubicBezTo>
                <a:cubicBezTo>
                  <a:pt x="318115" y="7658"/>
                  <a:pt x="333451" y="26822"/>
                  <a:pt x="352615" y="34490"/>
                </a:cubicBezTo>
                <a:cubicBezTo>
                  <a:pt x="371770" y="42157"/>
                  <a:pt x="387105" y="57483"/>
                  <a:pt x="448427" y="53654"/>
                </a:cubicBezTo>
                <a:cubicBezTo>
                  <a:pt x="509749" y="49825"/>
                  <a:pt x="486756" y="80476"/>
                  <a:pt x="482927" y="88144"/>
                </a:cubicBezTo>
                <a:cubicBezTo>
                  <a:pt x="479088" y="95811"/>
                  <a:pt x="436930" y="141808"/>
                  <a:pt x="402440" y="164811"/>
                </a:cubicBezTo>
                <a:cubicBezTo>
                  <a:pt x="400564" y="166058"/>
                  <a:pt x="398868" y="167344"/>
                  <a:pt x="397335" y="168640"/>
                </a:cubicBezTo>
                <a:cubicBezTo>
                  <a:pt x="413937" y="168640"/>
                  <a:pt x="433101" y="176317"/>
                  <a:pt x="433101" y="191652"/>
                </a:cubicBezTo>
                <a:cubicBezTo>
                  <a:pt x="433092" y="203139"/>
                  <a:pt x="424443" y="213283"/>
                  <a:pt x="412499" y="214512"/>
                </a:cubicBezTo>
                <a:cubicBezTo>
                  <a:pt x="426472" y="228457"/>
                  <a:pt x="444274" y="248116"/>
                  <a:pt x="471430" y="279796"/>
                </a:cubicBezTo>
                <a:cubicBezTo>
                  <a:pt x="535800" y="354901"/>
                  <a:pt x="584958" y="431463"/>
                  <a:pt x="617067" y="502119"/>
                </a:cubicBezTo>
                <a:cubicBezTo>
                  <a:pt x="636231" y="544287"/>
                  <a:pt x="663063" y="601779"/>
                  <a:pt x="663063" y="663101"/>
                </a:cubicBezTo>
                <a:cubicBezTo>
                  <a:pt x="663063" y="700411"/>
                  <a:pt x="650281" y="726986"/>
                  <a:pt x="647728" y="735930"/>
                </a:cubicBezTo>
                <a:lnTo>
                  <a:pt x="0" y="735930"/>
                </a:lnTo>
                <a:lnTo>
                  <a:pt x="5114" y="712527"/>
                </a:lnTo>
                <a:cubicBezTo>
                  <a:pt x="17983" y="653529"/>
                  <a:pt x="38804" y="562965"/>
                  <a:pt x="95821" y="425462"/>
                </a:cubicBezTo>
                <a:cubicBezTo>
                  <a:pt x="153304" y="302799"/>
                  <a:pt x="180136" y="264471"/>
                  <a:pt x="218465" y="214645"/>
                </a:cubicBezTo>
                <a:cubicBezTo>
                  <a:pt x="218465" y="214645"/>
                  <a:pt x="195472" y="210807"/>
                  <a:pt x="195472" y="191652"/>
                </a:cubicBezTo>
                <a:cubicBezTo>
                  <a:pt x="195472" y="180146"/>
                  <a:pt x="203882" y="173859"/>
                  <a:pt x="203882" y="173859"/>
                </a:cubicBezTo>
                <a:cubicBezTo>
                  <a:pt x="181813" y="157972"/>
                  <a:pt x="158800" y="139531"/>
                  <a:pt x="149475" y="126482"/>
                </a:cubicBezTo>
                <a:cubicBezTo>
                  <a:pt x="130311" y="99650"/>
                  <a:pt x="145646" y="88144"/>
                  <a:pt x="149475" y="88144"/>
                </a:cubicBezTo>
                <a:cubicBezTo>
                  <a:pt x="153304" y="88144"/>
                  <a:pt x="195472" y="88153"/>
                  <a:pt x="222294" y="53654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39434" y="2465995"/>
            <a:ext cx="663061" cy="735938"/>
          </a:xfrm>
          <a:custGeom>
            <a:avLst/>
            <a:gdLst/>
            <a:ahLst/>
            <a:cxnLst/>
            <a:rect l="0" t="0" r="0" b="0"/>
            <a:pathLst>
              <a:path w="663061" h="735938">
                <a:moveTo>
                  <a:pt x="95818" y="425464"/>
                </a:moveTo>
                <a:cubicBezTo>
                  <a:pt x="30661" y="582618"/>
                  <a:pt x="12776" y="678443"/>
                  <a:pt x="0" y="735938"/>
                </a:cubicBezTo>
                <a:lnTo>
                  <a:pt x="647730" y="735938"/>
                </a:lnTo>
                <a:cubicBezTo>
                  <a:pt x="650285" y="726994"/>
                  <a:pt x="663061" y="700415"/>
                  <a:pt x="663061" y="663110"/>
                </a:cubicBezTo>
                <a:cubicBezTo>
                  <a:pt x="663061" y="601782"/>
                  <a:pt x="636232" y="544287"/>
                  <a:pt x="617069" y="502124"/>
                </a:cubicBezTo>
                <a:cubicBezTo>
                  <a:pt x="584955" y="431468"/>
                  <a:pt x="535796" y="354913"/>
                  <a:pt x="471425" y="279809"/>
                </a:cubicBezTo>
                <a:cubicBezTo>
                  <a:pt x="444270" y="248126"/>
                  <a:pt x="426468" y="228468"/>
                  <a:pt x="412496" y="214525"/>
                </a:cubicBezTo>
                <a:cubicBezTo>
                  <a:pt x="424448" y="213288"/>
                  <a:pt x="433098" y="203149"/>
                  <a:pt x="433098" y="191650"/>
                </a:cubicBezTo>
                <a:cubicBezTo>
                  <a:pt x="433098" y="176317"/>
                  <a:pt x="413934" y="168651"/>
                  <a:pt x="397331" y="168652"/>
                </a:cubicBezTo>
                <a:cubicBezTo>
                  <a:pt x="398867" y="167350"/>
                  <a:pt x="400566" y="166065"/>
                  <a:pt x="402436" y="164818"/>
                </a:cubicBezTo>
                <a:cubicBezTo>
                  <a:pt x="436930" y="141820"/>
                  <a:pt x="479090" y="95824"/>
                  <a:pt x="482923" y="88158"/>
                </a:cubicBezTo>
                <a:cubicBezTo>
                  <a:pt x="486756" y="80494"/>
                  <a:pt x="509752" y="49827"/>
                  <a:pt x="448429" y="53662"/>
                </a:cubicBezTo>
                <a:cubicBezTo>
                  <a:pt x="387105" y="57495"/>
                  <a:pt x="371774" y="42162"/>
                  <a:pt x="352610" y="34496"/>
                </a:cubicBezTo>
                <a:cubicBezTo>
                  <a:pt x="333447" y="26829"/>
                  <a:pt x="318116" y="7665"/>
                  <a:pt x="291287" y="3832"/>
                </a:cubicBezTo>
                <a:cubicBezTo>
                  <a:pt x="264458" y="0"/>
                  <a:pt x="249127" y="19164"/>
                  <a:pt x="222298" y="53662"/>
                </a:cubicBezTo>
                <a:cubicBezTo>
                  <a:pt x="195469" y="88158"/>
                  <a:pt x="153309" y="88158"/>
                  <a:pt x="149476" y="88158"/>
                </a:cubicBezTo>
                <a:cubicBezTo>
                  <a:pt x="145643" y="88158"/>
                  <a:pt x="130312" y="99657"/>
                  <a:pt x="149476" y="126489"/>
                </a:cubicBezTo>
                <a:cubicBezTo>
                  <a:pt x="158797" y="139539"/>
                  <a:pt x="181813" y="157974"/>
                  <a:pt x="203881" y="173867"/>
                </a:cubicBezTo>
                <a:cubicBezTo>
                  <a:pt x="203881" y="173867"/>
                  <a:pt x="195469" y="180150"/>
                  <a:pt x="195469" y="191650"/>
                </a:cubicBezTo>
                <a:cubicBezTo>
                  <a:pt x="195469" y="210814"/>
                  <a:pt x="218465" y="214648"/>
                  <a:pt x="218465" y="214648"/>
                </a:cubicBezTo>
                <a:cubicBezTo>
                  <a:pt x="180138" y="264478"/>
                  <a:pt x="153309" y="302807"/>
                  <a:pt x="95818" y="425464"/>
                </a:cubicBezTo>
                <a:close/>
                <a:moveTo>
                  <a:pt x="195469" y="191650"/>
                </a:moveTo>
                <a:cubicBezTo>
                  <a:pt x="195469" y="183983"/>
                  <a:pt x="198745" y="178085"/>
                  <a:pt x="203881" y="173867"/>
                </a:cubicBezTo>
                <a:cubicBezTo>
                  <a:pt x="207851" y="170608"/>
                  <a:pt x="212929" y="168651"/>
                  <a:pt x="218465" y="168651"/>
                </a:cubicBezTo>
                <a:lnTo>
                  <a:pt x="397331" y="168652"/>
                </a:lnTo>
                <a:cubicBezTo>
                  <a:pt x="417767" y="168651"/>
                  <a:pt x="433098" y="178949"/>
                  <a:pt x="433098" y="191650"/>
                </a:cubicBezTo>
                <a:cubicBezTo>
                  <a:pt x="433098" y="203543"/>
                  <a:pt x="424072" y="213327"/>
                  <a:pt x="412496" y="214525"/>
                </a:cubicBezTo>
                <a:cubicBezTo>
                  <a:pt x="411709" y="214606"/>
                  <a:pt x="410910" y="214648"/>
                  <a:pt x="410101" y="214648"/>
                </a:cubicBezTo>
                <a:lnTo>
                  <a:pt x="314283" y="214648"/>
                </a:lnTo>
                <a:lnTo>
                  <a:pt x="218465" y="214648"/>
                </a:lnTo>
                <a:cubicBezTo>
                  <a:pt x="218465" y="214648"/>
                  <a:pt x="195469" y="210814"/>
                  <a:pt x="195469" y="191650"/>
                </a:cubicBezTo>
                <a:close/>
              </a:path>
            </a:pathLst>
          </a:custGeom>
          <a:noFill/>
          <a:ln w="2299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0026" y="3201871"/>
            <a:ext cx="2383956" cy="919854"/>
          </a:xfrm>
          <a:custGeom>
            <a:avLst/>
            <a:gdLst/>
            <a:ahLst/>
            <a:cxnLst/>
            <a:rect l="0" t="0" r="0" b="0"/>
            <a:pathLst>
              <a:path w="2383956" h="919854">
                <a:moveTo>
                  <a:pt x="1234138" y="502087"/>
                </a:moveTo>
                <a:lnTo>
                  <a:pt x="1234138" y="367941"/>
                </a:lnTo>
                <a:lnTo>
                  <a:pt x="1924029" y="306618"/>
                </a:lnTo>
                <a:lnTo>
                  <a:pt x="1924029" y="367941"/>
                </a:lnTo>
                <a:lnTo>
                  <a:pt x="1234138" y="502087"/>
                </a:lnTo>
                <a:close/>
                <a:moveTo>
                  <a:pt x="1142152" y="502087"/>
                </a:moveTo>
                <a:lnTo>
                  <a:pt x="1142152" y="367941"/>
                </a:lnTo>
                <a:lnTo>
                  <a:pt x="456094" y="306618"/>
                </a:lnTo>
                <a:lnTo>
                  <a:pt x="456094" y="367941"/>
                </a:lnTo>
                <a:lnTo>
                  <a:pt x="1142152" y="502087"/>
                </a:lnTo>
                <a:close/>
                <a:moveTo>
                  <a:pt x="360276" y="850865"/>
                </a:moveTo>
                <a:cubicBezTo>
                  <a:pt x="360276" y="838164"/>
                  <a:pt x="370571" y="827869"/>
                  <a:pt x="383272" y="827869"/>
                </a:cubicBezTo>
                <a:lnTo>
                  <a:pt x="1993018" y="827869"/>
                </a:lnTo>
                <a:cubicBezTo>
                  <a:pt x="2005719" y="827869"/>
                  <a:pt x="2016014" y="838164"/>
                  <a:pt x="2016014" y="850865"/>
                </a:cubicBezTo>
                <a:lnTo>
                  <a:pt x="2016014" y="919854"/>
                </a:lnTo>
                <a:lnTo>
                  <a:pt x="360276" y="919854"/>
                </a:lnTo>
                <a:lnTo>
                  <a:pt x="360276" y="850865"/>
                </a:lnTo>
                <a:close/>
                <a:moveTo>
                  <a:pt x="406269" y="758880"/>
                </a:moveTo>
                <a:cubicBezTo>
                  <a:pt x="406269" y="746179"/>
                  <a:pt x="416564" y="735883"/>
                  <a:pt x="429265" y="735883"/>
                </a:cubicBezTo>
                <a:lnTo>
                  <a:pt x="1855040" y="735883"/>
                </a:lnTo>
                <a:cubicBezTo>
                  <a:pt x="1867741" y="735883"/>
                  <a:pt x="1878036" y="746179"/>
                  <a:pt x="1878036" y="758880"/>
                </a:cubicBezTo>
                <a:lnTo>
                  <a:pt x="1878036" y="827869"/>
                </a:lnTo>
                <a:lnTo>
                  <a:pt x="406269" y="827869"/>
                </a:lnTo>
                <a:lnTo>
                  <a:pt x="406269" y="758880"/>
                </a:lnTo>
                <a:close/>
                <a:moveTo>
                  <a:pt x="1142152" y="329614"/>
                </a:moveTo>
                <a:cubicBezTo>
                  <a:pt x="1142152" y="316913"/>
                  <a:pt x="1152448" y="306618"/>
                  <a:pt x="1165149" y="306618"/>
                </a:cubicBezTo>
                <a:lnTo>
                  <a:pt x="1211141" y="306618"/>
                </a:lnTo>
                <a:cubicBezTo>
                  <a:pt x="1223842" y="306618"/>
                  <a:pt x="1234138" y="316913"/>
                  <a:pt x="1234138" y="329614"/>
                </a:cubicBezTo>
                <a:lnTo>
                  <a:pt x="1234138" y="735883"/>
                </a:lnTo>
                <a:lnTo>
                  <a:pt x="1142152" y="735883"/>
                </a:lnTo>
                <a:lnTo>
                  <a:pt x="1142152" y="329614"/>
                </a:lnTo>
                <a:close/>
                <a:moveTo>
                  <a:pt x="1924029" y="367941"/>
                </a:moveTo>
                <a:lnTo>
                  <a:pt x="1924029" y="214632"/>
                </a:lnTo>
                <a:lnTo>
                  <a:pt x="2081171" y="214632"/>
                </a:lnTo>
                <a:lnTo>
                  <a:pt x="2081171" y="352610"/>
                </a:lnTo>
                <a:cubicBezTo>
                  <a:pt x="2081171" y="361078"/>
                  <a:pt x="2074307" y="367941"/>
                  <a:pt x="2065840" y="367941"/>
                </a:cubicBezTo>
                <a:lnTo>
                  <a:pt x="1924029" y="367941"/>
                </a:lnTo>
                <a:close/>
                <a:moveTo>
                  <a:pt x="1663403" y="45992"/>
                </a:moveTo>
                <a:lnTo>
                  <a:pt x="2345629" y="45992"/>
                </a:lnTo>
                <a:lnTo>
                  <a:pt x="2345629" y="91985"/>
                </a:lnTo>
                <a:cubicBezTo>
                  <a:pt x="2345629" y="159722"/>
                  <a:pt x="2290718" y="214632"/>
                  <a:pt x="2222982" y="214632"/>
                </a:cubicBezTo>
                <a:lnTo>
                  <a:pt x="1786051" y="214632"/>
                </a:lnTo>
                <a:cubicBezTo>
                  <a:pt x="1718314" y="214632"/>
                  <a:pt x="1663403" y="159722"/>
                  <a:pt x="1663403" y="91985"/>
                </a:cubicBezTo>
                <a:lnTo>
                  <a:pt x="1663403" y="45992"/>
                </a:lnTo>
                <a:close/>
                <a:moveTo>
                  <a:pt x="1625076" y="22996"/>
                </a:moveTo>
                <a:cubicBezTo>
                  <a:pt x="1625076" y="10295"/>
                  <a:pt x="1635371" y="0"/>
                  <a:pt x="1648072" y="0"/>
                </a:cubicBezTo>
                <a:lnTo>
                  <a:pt x="2360960" y="0"/>
                </a:lnTo>
                <a:cubicBezTo>
                  <a:pt x="2373661" y="0"/>
                  <a:pt x="2383956" y="10295"/>
                  <a:pt x="2383956" y="22996"/>
                </a:cubicBezTo>
                <a:cubicBezTo>
                  <a:pt x="2383956" y="35697"/>
                  <a:pt x="2373661" y="45992"/>
                  <a:pt x="2360960" y="45992"/>
                </a:cubicBezTo>
                <a:lnTo>
                  <a:pt x="1648072" y="45992"/>
                </a:lnTo>
                <a:cubicBezTo>
                  <a:pt x="1635371" y="45992"/>
                  <a:pt x="1625076" y="35697"/>
                  <a:pt x="1625076" y="22996"/>
                </a:cubicBezTo>
                <a:close/>
                <a:moveTo>
                  <a:pt x="314283" y="367941"/>
                </a:moveTo>
                <a:cubicBezTo>
                  <a:pt x="305816" y="367941"/>
                  <a:pt x="298952" y="361078"/>
                  <a:pt x="298952" y="352610"/>
                </a:cubicBezTo>
                <a:lnTo>
                  <a:pt x="298952" y="214632"/>
                </a:lnTo>
                <a:lnTo>
                  <a:pt x="456094" y="214632"/>
                </a:lnTo>
                <a:lnTo>
                  <a:pt x="456094" y="367941"/>
                </a:lnTo>
                <a:lnTo>
                  <a:pt x="314283" y="367941"/>
                </a:lnTo>
                <a:close/>
                <a:moveTo>
                  <a:pt x="38327" y="45992"/>
                </a:moveTo>
                <a:lnTo>
                  <a:pt x="720552" y="45992"/>
                </a:lnTo>
                <a:lnTo>
                  <a:pt x="720552" y="91985"/>
                </a:lnTo>
                <a:cubicBezTo>
                  <a:pt x="720552" y="159722"/>
                  <a:pt x="665642" y="214632"/>
                  <a:pt x="597905" y="214632"/>
                </a:cubicBezTo>
                <a:lnTo>
                  <a:pt x="160974" y="214632"/>
                </a:lnTo>
                <a:cubicBezTo>
                  <a:pt x="93237" y="214632"/>
                  <a:pt x="38327" y="159722"/>
                  <a:pt x="38327" y="91985"/>
                </a:cubicBezTo>
                <a:lnTo>
                  <a:pt x="38327" y="45992"/>
                </a:lnTo>
                <a:close/>
                <a:moveTo>
                  <a:pt x="0" y="22996"/>
                </a:moveTo>
                <a:cubicBezTo>
                  <a:pt x="0" y="10295"/>
                  <a:pt x="10295" y="0"/>
                  <a:pt x="22996" y="0"/>
                </a:cubicBezTo>
                <a:lnTo>
                  <a:pt x="735883" y="0"/>
                </a:lnTo>
                <a:cubicBezTo>
                  <a:pt x="748584" y="0"/>
                  <a:pt x="758880" y="10295"/>
                  <a:pt x="758880" y="22996"/>
                </a:cubicBezTo>
                <a:cubicBezTo>
                  <a:pt x="758880" y="35697"/>
                  <a:pt x="748584" y="45992"/>
                  <a:pt x="735883" y="45992"/>
                </a:cubicBezTo>
                <a:lnTo>
                  <a:pt x="22996" y="45992"/>
                </a:lnTo>
                <a:cubicBezTo>
                  <a:pt x="10295" y="45992"/>
                  <a:pt x="0" y="35697"/>
                  <a:pt x="0" y="22996"/>
                </a:cubicBezTo>
                <a:close/>
              </a:path>
            </a:pathLst>
          </a:custGeom>
          <a:noFill/>
          <a:ln w="2299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573286" y="509471"/>
            <a:ext cx="7997428" cy="800099"/>
            <a:chOff x="573281" y="371475"/>
            <a:chExt cx="7997428" cy="800099"/>
          </a:xfrm>
        </p:grpSpPr>
        <p:sp>
          <p:nvSpPr>
            <p:cNvPr id="7" name="TextBox 6"/>
            <p:cNvSpPr txBox="1"/>
            <p:nvPr/>
          </p:nvSpPr>
          <p:spPr>
            <a:xfrm>
              <a:off x="573281" y="371475"/>
              <a:ext cx="7997428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384F61"/>
                  </a:solidFill>
                  <a:latin typeface="Merriweather"/>
                </a:rPr>
                <a:t>Operational (OLTP) vs. Decision Support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3281" y="771524"/>
              <a:ext cx="799742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384F61"/>
                  </a:solidFill>
                  <a:latin typeface="Merriweather"/>
                </a:rPr>
                <a:t>(OLAP)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469511" y="1957036"/>
            <a:ext cx="1423873" cy="441501"/>
            <a:chOff x="1469506" y="1819040"/>
            <a:chExt cx="1423873" cy="441501"/>
          </a:xfrm>
        </p:grpSpPr>
        <p:sp>
          <p:nvSpPr>
            <p:cNvPr id="10" name="TextBox 9"/>
            <p:cNvSpPr txBox="1"/>
            <p:nvPr/>
          </p:nvSpPr>
          <p:spPr>
            <a:xfrm>
              <a:off x="1469506" y="1819040"/>
              <a:ext cx="1423873" cy="2207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400" b="1">
                  <a:solidFill>
                    <a:srgbClr val="384F61"/>
                  </a:solidFill>
                  <a:latin typeface="Georgia"/>
                </a:rPr>
                <a:t>Operational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69506" y="2039829"/>
              <a:ext cx="1423873" cy="220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400" b="1">
                  <a:solidFill>
                    <a:srgbClr val="384F61"/>
                  </a:solidFill>
                  <a:latin typeface="Georgia"/>
                </a:rPr>
                <a:t>System (OLTP)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50626" y="1957099"/>
            <a:ext cx="870585" cy="882986"/>
            <a:chOff x="6250621" y="1819103"/>
            <a:chExt cx="870585" cy="882986"/>
          </a:xfrm>
        </p:grpSpPr>
        <p:sp>
          <p:nvSpPr>
            <p:cNvPr id="13" name="TextBox 12"/>
            <p:cNvSpPr txBox="1"/>
            <p:nvPr/>
          </p:nvSpPr>
          <p:spPr>
            <a:xfrm>
              <a:off x="6250621" y="1819103"/>
              <a:ext cx="870585" cy="220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384F61"/>
                  </a:solidFill>
                  <a:latin typeface="Georgia"/>
                </a:rPr>
                <a:t>Decision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50621" y="2039798"/>
              <a:ext cx="870585" cy="2207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384F61"/>
                  </a:solidFill>
                  <a:latin typeface="Georgia"/>
                </a:rPr>
                <a:t>Support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50621" y="2260587"/>
              <a:ext cx="870585" cy="220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384F61"/>
                  </a:solidFill>
                  <a:latin typeface="Georgia"/>
                </a:rPr>
                <a:t>System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50621" y="2481281"/>
              <a:ext cx="870585" cy="22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384F61"/>
                  </a:solidFill>
                  <a:latin typeface="Georgia"/>
                </a:rPr>
                <a:t>(OLAP)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907193" y="2674553"/>
            <a:ext cx="986189" cy="367921"/>
            <a:chOff x="1907188" y="2536557"/>
            <a:chExt cx="986189" cy="367921"/>
          </a:xfrm>
        </p:grpSpPr>
        <p:sp>
          <p:nvSpPr>
            <p:cNvPr id="18" name="TextBox 17"/>
            <p:cNvSpPr txBox="1"/>
            <p:nvPr/>
          </p:nvSpPr>
          <p:spPr>
            <a:xfrm>
              <a:off x="1907188" y="2536557"/>
              <a:ext cx="986189" cy="183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200" b="1">
                  <a:solidFill>
                    <a:srgbClr val="384F61"/>
                  </a:solidFill>
                  <a:latin typeface="Georgia"/>
                </a:rPr>
                <a:t>Daily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07188" y="2720484"/>
              <a:ext cx="986189" cy="18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200" b="1">
                  <a:solidFill>
                    <a:srgbClr val="384F61"/>
                  </a:solidFill>
                  <a:latin typeface="Georgia"/>
                </a:rPr>
                <a:t>transactions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250626" y="3116144"/>
            <a:ext cx="1174908" cy="183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384F61"/>
                </a:solidFill>
                <a:latin typeface="Georgia"/>
              </a:rPr>
              <a:t>Historical data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642151" y="3134537"/>
            <a:ext cx="1251232" cy="413965"/>
            <a:chOff x="1642146" y="2996541"/>
            <a:chExt cx="1251232" cy="413965"/>
          </a:xfrm>
        </p:grpSpPr>
        <p:sp>
          <p:nvSpPr>
            <p:cNvPr id="22" name="TextBox 21"/>
            <p:cNvSpPr txBox="1"/>
            <p:nvPr/>
          </p:nvSpPr>
          <p:spPr>
            <a:xfrm>
              <a:off x="1642146" y="2996541"/>
              <a:ext cx="1251232" cy="13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384F61"/>
                  </a:solidFill>
                  <a:latin typeface="Georgia"/>
                </a:rPr>
                <a:t>Focuses on daily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42146" y="3134558"/>
              <a:ext cx="1251232" cy="137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384F61"/>
                  </a:solidFill>
                  <a:latin typeface="Georgia"/>
                </a:rPr>
                <a:t>transactions and current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642146" y="3272480"/>
              <a:ext cx="1251232" cy="1380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384F61"/>
                  </a:solidFill>
                  <a:latin typeface="Georgia"/>
                </a:rPr>
                <a:t>data.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250626" y="3392114"/>
            <a:ext cx="1345291" cy="275966"/>
            <a:chOff x="6250621" y="3254118"/>
            <a:chExt cx="1345291" cy="275966"/>
          </a:xfrm>
        </p:grpSpPr>
        <p:sp>
          <p:nvSpPr>
            <p:cNvPr id="26" name="TextBox 25"/>
            <p:cNvSpPr txBox="1"/>
            <p:nvPr/>
          </p:nvSpPr>
          <p:spPr>
            <a:xfrm>
              <a:off x="6250621" y="3254118"/>
              <a:ext cx="1345291" cy="13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384F61"/>
                  </a:solidFill>
                  <a:latin typeface="Georgia"/>
                </a:rPr>
                <a:t>Focuses on historical data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250621" y="3392135"/>
              <a:ext cx="1345291" cy="137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384F61"/>
                  </a:solidFill>
                  <a:latin typeface="Georgia"/>
                </a:rPr>
                <a:t>and business intelligence.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667868" y="3824496"/>
            <a:ext cx="1225515" cy="183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00" b="1">
                <a:solidFill>
                  <a:srgbClr val="384F61"/>
                </a:solidFill>
                <a:latin typeface="Georgia"/>
              </a:rPr>
              <a:t>Fast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0626" y="3944068"/>
            <a:ext cx="1049178" cy="183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384F61"/>
                </a:solidFill>
                <a:latin typeface="Georgia"/>
              </a:rPr>
              <a:t>Data analysis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832660" y="4100492"/>
            <a:ext cx="1060723" cy="413965"/>
            <a:chOff x="1832655" y="3962496"/>
            <a:chExt cx="1060723" cy="413965"/>
          </a:xfrm>
        </p:grpSpPr>
        <p:sp>
          <p:nvSpPr>
            <p:cNvPr id="31" name="TextBox 30"/>
            <p:cNvSpPr txBox="1"/>
            <p:nvPr/>
          </p:nvSpPr>
          <p:spPr>
            <a:xfrm>
              <a:off x="1832655" y="3962496"/>
              <a:ext cx="1060723" cy="13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384F61"/>
                  </a:solidFill>
                  <a:latin typeface="Georgia"/>
                </a:rPr>
                <a:t>Optimized for fast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32655" y="4100513"/>
              <a:ext cx="1060723" cy="137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384F61"/>
                  </a:solidFill>
                  <a:latin typeface="Georgia"/>
                </a:rPr>
                <a:t>processing and high-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832655" y="4238435"/>
              <a:ext cx="1060723" cy="1380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384F61"/>
                  </a:solidFill>
                  <a:latin typeface="Georgia"/>
                </a:rPr>
                <a:t>frequency updates.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250626" y="4220064"/>
            <a:ext cx="1438275" cy="413965"/>
            <a:chOff x="6250621" y="4082068"/>
            <a:chExt cx="1438275" cy="413965"/>
          </a:xfrm>
        </p:grpSpPr>
        <p:sp>
          <p:nvSpPr>
            <p:cNvPr id="35" name="TextBox 34"/>
            <p:cNvSpPr txBox="1"/>
            <p:nvPr/>
          </p:nvSpPr>
          <p:spPr>
            <a:xfrm>
              <a:off x="6250621" y="4082068"/>
              <a:ext cx="1438275" cy="13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384F61"/>
                  </a:solidFill>
                  <a:latin typeface="Georgia"/>
                </a:rPr>
                <a:t>Optimized for data analysis,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250621" y="4220085"/>
              <a:ext cx="1438275" cy="137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384F61"/>
                  </a:solidFill>
                  <a:latin typeface="Georgia"/>
                </a:rPr>
                <a:t>reporting, and trend analy-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250621" y="4358007"/>
              <a:ext cx="1438275" cy="1380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384F61"/>
                  </a:solidFill>
                  <a:latin typeface="Georgia"/>
                </a:rPr>
                <a:t>sis.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11935" y="1819768"/>
            <a:ext cx="1014822" cy="553535"/>
          </a:xfrm>
          <a:custGeom>
            <a:avLst/>
            <a:gdLst/>
            <a:ahLst/>
            <a:cxnLst/>
            <a:rect l="0" t="0" r="0" b="0"/>
            <a:pathLst>
              <a:path w="1014822" h="553535">
                <a:moveTo>
                  <a:pt x="0" y="0"/>
                </a:moveTo>
                <a:lnTo>
                  <a:pt x="1014822" y="0"/>
                </a:lnTo>
                <a:lnTo>
                  <a:pt x="1014822" y="553535"/>
                </a:lnTo>
                <a:lnTo>
                  <a:pt x="0" y="553535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11935" y="1819768"/>
            <a:ext cx="1014820" cy="553538"/>
          </a:xfrm>
          <a:custGeom>
            <a:avLst/>
            <a:gdLst/>
            <a:ahLst/>
            <a:cxnLst/>
            <a:rect l="0" t="0" r="0" b="0"/>
            <a:pathLst>
              <a:path w="1014820" h="553538">
                <a:moveTo>
                  <a:pt x="0" y="0"/>
                </a:moveTo>
                <a:lnTo>
                  <a:pt x="1014820" y="0"/>
                </a:lnTo>
                <a:moveTo>
                  <a:pt x="1014820" y="553538"/>
                </a:moveTo>
                <a:lnTo>
                  <a:pt x="0" y="55353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73550" y="1819768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0" y="430529"/>
                </a:moveTo>
                <a:cubicBezTo>
                  <a:pt x="0" y="498462"/>
                  <a:pt x="55073" y="553535"/>
                  <a:pt x="123005" y="553535"/>
                </a:cubicBezTo>
                <a:lnTo>
                  <a:pt x="138388" y="553535"/>
                </a:lnTo>
                <a:lnTo>
                  <a:pt x="138388" y="0"/>
                </a:lnTo>
                <a:lnTo>
                  <a:pt x="123005" y="0"/>
                </a:lnTo>
                <a:cubicBezTo>
                  <a:pt x="55073" y="0"/>
                  <a:pt x="0" y="55073"/>
                  <a:pt x="0" y="123005"/>
                </a:cubicBezTo>
                <a:lnTo>
                  <a:pt x="0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73550" y="1819768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138384" y="0"/>
                </a:moveTo>
                <a:lnTo>
                  <a:pt x="123008" y="0"/>
                </a:lnTo>
                <a:cubicBezTo>
                  <a:pt x="55072" y="0"/>
                  <a:pt x="0" y="55072"/>
                  <a:pt x="0" y="123008"/>
                </a:cubicBezTo>
                <a:moveTo>
                  <a:pt x="138384" y="553538"/>
                </a:moveTo>
                <a:lnTo>
                  <a:pt x="123008" y="553538"/>
                </a:lnTo>
                <a:cubicBezTo>
                  <a:pt x="55072" y="553538"/>
                  <a:pt x="0" y="498466"/>
                  <a:pt x="0" y="430530"/>
                </a:cubicBezTo>
                <a:moveTo>
                  <a:pt x="0" y="430530"/>
                </a:moveTo>
                <a:lnTo>
                  <a:pt x="0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755" y="1819767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138388" y="430529"/>
                </a:moveTo>
                <a:cubicBezTo>
                  <a:pt x="138388" y="498462"/>
                  <a:pt x="83315" y="553535"/>
                  <a:pt x="15373" y="553535"/>
                </a:cubicBezTo>
                <a:lnTo>
                  <a:pt x="0" y="553535"/>
                </a:lnTo>
                <a:lnTo>
                  <a:pt x="0" y="0"/>
                </a:lnTo>
                <a:lnTo>
                  <a:pt x="15373" y="0"/>
                </a:lnTo>
                <a:cubicBezTo>
                  <a:pt x="83315" y="0"/>
                  <a:pt x="138388" y="55073"/>
                  <a:pt x="138388" y="123005"/>
                </a:cubicBezTo>
                <a:lnTo>
                  <a:pt x="138388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755" y="1819767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0" y="0"/>
                </a:moveTo>
                <a:lnTo>
                  <a:pt x="15376" y="0"/>
                </a:lnTo>
                <a:cubicBezTo>
                  <a:pt x="83312" y="0"/>
                  <a:pt x="138384" y="55072"/>
                  <a:pt x="138384" y="123008"/>
                </a:cubicBezTo>
                <a:moveTo>
                  <a:pt x="0" y="553538"/>
                </a:moveTo>
                <a:lnTo>
                  <a:pt x="15376" y="553538"/>
                </a:lnTo>
                <a:cubicBezTo>
                  <a:pt x="83312" y="553538"/>
                  <a:pt x="138384" y="498466"/>
                  <a:pt x="138384" y="430530"/>
                </a:cubicBezTo>
                <a:moveTo>
                  <a:pt x="138384" y="430530"/>
                </a:moveTo>
                <a:lnTo>
                  <a:pt x="138384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4585" y="1819768"/>
            <a:ext cx="1014822" cy="553535"/>
          </a:xfrm>
          <a:custGeom>
            <a:avLst/>
            <a:gdLst/>
            <a:ahLst/>
            <a:cxnLst/>
            <a:rect l="0" t="0" r="0" b="0"/>
            <a:pathLst>
              <a:path w="1014822" h="553535">
                <a:moveTo>
                  <a:pt x="0" y="0"/>
                </a:moveTo>
                <a:lnTo>
                  <a:pt x="1014822" y="0"/>
                </a:lnTo>
                <a:lnTo>
                  <a:pt x="1014822" y="553535"/>
                </a:lnTo>
                <a:lnTo>
                  <a:pt x="0" y="553535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64584" y="1819768"/>
            <a:ext cx="1014820" cy="553538"/>
          </a:xfrm>
          <a:custGeom>
            <a:avLst/>
            <a:gdLst/>
            <a:ahLst/>
            <a:cxnLst/>
            <a:rect l="0" t="0" r="0" b="0"/>
            <a:pathLst>
              <a:path w="1014820" h="553538">
                <a:moveTo>
                  <a:pt x="0" y="0"/>
                </a:moveTo>
                <a:lnTo>
                  <a:pt x="1014820" y="0"/>
                </a:lnTo>
                <a:moveTo>
                  <a:pt x="1014820" y="553538"/>
                </a:moveTo>
                <a:lnTo>
                  <a:pt x="0" y="55353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26200" y="1819768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0" y="430529"/>
                </a:moveTo>
                <a:cubicBezTo>
                  <a:pt x="0" y="498462"/>
                  <a:pt x="55073" y="553535"/>
                  <a:pt x="123005" y="553535"/>
                </a:cubicBezTo>
                <a:lnTo>
                  <a:pt x="138388" y="553535"/>
                </a:lnTo>
                <a:lnTo>
                  <a:pt x="138388" y="0"/>
                </a:lnTo>
                <a:lnTo>
                  <a:pt x="123005" y="0"/>
                </a:lnTo>
                <a:cubicBezTo>
                  <a:pt x="55073" y="0"/>
                  <a:pt x="0" y="55073"/>
                  <a:pt x="0" y="123005"/>
                </a:cubicBezTo>
                <a:lnTo>
                  <a:pt x="0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26200" y="1819768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138384" y="0"/>
                </a:moveTo>
                <a:lnTo>
                  <a:pt x="123008" y="0"/>
                </a:lnTo>
                <a:cubicBezTo>
                  <a:pt x="55072" y="0"/>
                  <a:pt x="0" y="55072"/>
                  <a:pt x="0" y="123008"/>
                </a:cubicBezTo>
                <a:moveTo>
                  <a:pt x="138384" y="553538"/>
                </a:moveTo>
                <a:lnTo>
                  <a:pt x="123008" y="553538"/>
                </a:lnTo>
                <a:cubicBezTo>
                  <a:pt x="55072" y="553538"/>
                  <a:pt x="0" y="498466"/>
                  <a:pt x="0" y="430530"/>
                </a:cubicBezTo>
                <a:moveTo>
                  <a:pt x="0" y="430530"/>
                </a:moveTo>
                <a:lnTo>
                  <a:pt x="0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9405" y="1819767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138388" y="430529"/>
                </a:moveTo>
                <a:cubicBezTo>
                  <a:pt x="138388" y="498462"/>
                  <a:pt x="83315" y="553535"/>
                  <a:pt x="15373" y="553535"/>
                </a:cubicBezTo>
                <a:lnTo>
                  <a:pt x="0" y="553535"/>
                </a:lnTo>
                <a:lnTo>
                  <a:pt x="0" y="0"/>
                </a:lnTo>
                <a:lnTo>
                  <a:pt x="15373" y="0"/>
                </a:lnTo>
                <a:cubicBezTo>
                  <a:pt x="83315" y="0"/>
                  <a:pt x="138388" y="55073"/>
                  <a:pt x="138388" y="123005"/>
                </a:cubicBezTo>
                <a:lnTo>
                  <a:pt x="138388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9405" y="1819767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0" y="0"/>
                </a:moveTo>
                <a:lnTo>
                  <a:pt x="15376" y="0"/>
                </a:lnTo>
                <a:cubicBezTo>
                  <a:pt x="83312" y="0"/>
                  <a:pt x="138384" y="55072"/>
                  <a:pt x="138384" y="123008"/>
                </a:cubicBezTo>
                <a:moveTo>
                  <a:pt x="0" y="553538"/>
                </a:moveTo>
                <a:lnTo>
                  <a:pt x="15376" y="553538"/>
                </a:lnTo>
                <a:cubicBezTo>
                  <a:pt x="83312" y="553538"/>
                  <a:pt x="138384" y="498466"/>
                  <a:pt x="138384" y="430530"/>
                </a:cubicBezTo>
                <a:moveTo>
                  <a:pt x="138384" y="430530"/>
                </a:moveTo>
                <a:lnTo>
                  <a:pt x="138384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235" y="1819768"/>
            <a:ext cx="1014822" cy="553535"/>
          </a:xfrm>
          <a:custGeom>
            <a:avLst/>
            <a:gdLst/>
            <a:ahLst/>
            <a:cxnLst/>
            <a:rect l="0" t="0" r="0" b="0"/>
            <a:pathLst>
              <a:path w="1014822" h="553535">
                <a:moveTo>
                  <a:pt x="0" y="0"/>
                </a:moveTo>
                <a:lnTo>
                  <a:pt x="1014822" y="0"/>
                </a:lnTo>
                <a:lnTo>
                  <a:pt x="1014822" y="553535"/>
                </a:lnTo>
                <a:lnTo>
                  <a:pt x="0" y="553535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235" y="1819768"/>
            <a:ext cx="1014820" cy="553538"/>
          </a:xfrm>
          <a:custGeom>
            <a:avLst/>
            <a:gdLst/>
            <a:ahLst/>
            <a:cxnLst/>
            <a:rect l="0" t="0" r="0" b="0"/>
            <a:pathLst>
              <a:path w="1014820" h="553538">
                <a:moveTo>
                  <a:pt x="0" y="0"/>
                </a:moveTo>
                <a:lnTo>
                  <a:pt x="1014820" y="0"/>
                </a:lnTo>
                <a:moveTo>
                  <a:pt x="1014820" y="553538"/>
                </a:moveTo>
                <a:lnTo>
                  <a:pt x="0" y="55353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78850" y="1819768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0" y="430529"/>
                </a:moveTo>
                <a:cubicBezTo>
                  <a:pt x="0" y="498462"/>
                  <a:pt x="55073" y="553535"/>
                  <a:pt x="123005" y="553535"/>
                </a:cubicBezTo>
                <a:lnTo>
                  <a:pt x="138388" y="553535"/>
                </a:lnTo>
                <a:lnTo>
                  <a:pt x="138388" y="0"/>
                </a:lnTo>
                <a:lnTo>
                  <a:pt x="123005" y="0"/>
                </a:lnTo>
                <a:cubicBezTo>
                  <a:pt x="55073" y="0"/>
                  <a:pt x="0" y="55073"/>
                  <a:pt x="0" y="123005"/>
                </a:cubicBezTo>
                <a:lnTo>
                  <a:pt x="0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78850" y="1819768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138384" y="0"/>
                </a:moveTo>
                <a:lnTo>
                  <a:pt x="123008" y="0"/>
                </a:lnTo>
                <a:cubicBezTo>
                  <a:pt x="55072" y="0"/>
                  <a:pt x="0" y="55072"/>
                  <a:pt x="0" y="123008"/>
                </a:cubicBezTo>
                <a:moveTo>
                  <a:pt x="138384" y="553538"/>
                </a:moveTo>
                <a:lnTo>
                  <a:pt x="123008" y="553538"/>
                </a:lnTo>
                <a:cubicBezTo>
                  <a:pt x="55072" y="553538"/>
                  <a:pt x="0" y="498466"/>
                  <a:pt x="0" y="430530"/>
                </a:cubicBezTo>
                <a:moveTo>
                  <a:pt x="0" y="430530"/>
                </a:moveTo>
                <a:lnTo>
                  <a:pt x="0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32056" y="1819767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138388" y="430529"/>
                </a:moveTo>
                <a:cubicBezTo>
                  <a:pt x="138388" y="498462"/>
                  <a:pt x="83315" y="553535"/>
                  <a:pt x="15373" y="553535"/>
                </a:cubicBezTo>
                <a:lnTo>
                  <a:pt x="0" y="553535"/>
                </a:lnTo>
                <a:lnTo>
                  <a:pt x="0" y="0"/>
                </a:lnTo>
                <a:lnTo>
                  <a:pt x="15373" y="0"/>
                </a:lnTo>
                <a:cubicBezTo>
                  <a:pt x="83315" y="0"/>
                  <a:pt x="138388" y="55073"/>
                  <a:pt x="138388" y="123005"/>
                </a:cubicBezTo>
                <a:lnTo>
                  <a:pt x="138388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32056" y="1819767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0" y="0"/>
                </a:moveTo>
                <a:lnTo>
                  <a:pt x="15376" y="0"/>
                </a:lnTo>
                <a:cubicBezTo>
                  <a:pt x="83312" y="0"/>
                  <a:pt x="138384" y="55072"/>
                  <a:pt x="138384" y="123008"/>
                </a:cubicBezTo>
                <a:moveTo>
                  <a:pt x="0" y="553538"/>
                </a:moveTo>
                <a:lnTo>
                  <a:pt x="15376" y="553538"/>
                </a:lnTo>
                <a:cubicBezTo>
                  <a:pt x="83312" y="553538"/>
                  <a:pt x="138384" y="498466"/>
                  <a:pt x="138384" y="430530"/>
                </a:cubicBezTo>
                <a:moveTo>
                  <a:pt x="138384" y="430530"/>
                </a:moveTo>
                <a:lnTo>
                  <a:pt x="138384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2" name="Group 21"/>
          <p:cNvGrpSpPr/>
          <p:nvPr/>
        </p:nvGrpSpPr>
        <p:grpSpPr>
          <a:xfrm>
            <a:off x="3318846" y="2617180"/>
            <a:ext cx="304799" cy="158115"/>
            <a:chOff x="3318850" y="2524941"/>
            <a:chExt cx="304799" cy="158115"/>
          </a:xfrm>
        </p:grpSpPr>
        <p:sp>
          <p:nvSpPr>
            <p:cNvPr id="20" name="Rounded Rectangle 19"/>
            <p:cNvSpPr/>
            <p:nvPr/>
          </p:nvSpPr>
          <p:spPr>
            <a:xfrm>
              <a:off x="3318850" y="2603999"/>
              <a:ext cx="298704" cy="9525"/>
            </a:xfrm>
            <a:custGeom>
              <a:avLst/>
              <a:gdLst/>
              <a:ahLst/>
              <a:cxnLst/>
              <a:rect l="0" t="0" r="0" b="0"/>
              <a:pathLst>
                <a:path w="298704" h="9525">
                  <a:moveTo>
                    <a:pt x="298704" y="0"/>
                  </a:moveTo>
                  <a:lnTo>
                    <a:pt x="0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544592" y="2524941"/>
              <a:ext cx="79057" cy="158115"/>
            </a:xfrm>
            <a:custGeom>
              <a:avLst/>
              <a:gdLst/>
              <a:ahLst/>
              <a:cxnLst/>
              <a:rect l="0" t="0" r="0" b="0"/>
              <a:pathLst>
                <a:path w="79057" h="158115">
                  <a:moveTo>
                    <a:pt x="0" y="158115"/>
                  </a:moveTo>
                  <a:lnTo>
                    <a:pt x="79057" y="79057"/>
                  </a:lnTo>
                  <a:lnTo>
                    <a:pt x="0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471495" y="2617180"/>
            <a:ext cx="304800" cy="158115"/>
            <a:chOff x="5471499" y="2524941"/>
            <a:chExt cx="304800" cy="158115"/>
          </a:xfrm>
        </p:grpSpPr>
        <p:sp>
          <p:nvSpPr>
            <p:cNvPr id="23" name="Rounded Rectangle 22"/>
            <p:cNvSpPr/>
            <p:nvPr/>
          </p:nvSpPr>
          <p:spPr>
            <a:xfrm>
              <a:off x="5471499" y="2603999"/>
              <a:ext cx="298704" cy="9525"/>
            </a:xfrm>
            <a:custGeom>
              <a:avLst/>
              <a:gdLst/>
              <a:ahLst/>
              <a:cxnLst/>
              <a:rect l="0" t="0" r="0" b="0"/>
              <a:pathLst>
                <a:path w="298704" h="9525">
                  <a:moveTo>
                    <a:pt x="298704" y="0"/>
                  </a:moveTo>
                  <a:lnTo>
                    <a:pt x="0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697242" y="2524941"/>
              <a:ext cx="79057" cy="158115"/>
            </a:xfrm>
            <a:custGeom>
              <a:avLst/>
              <a:gdLst/>
              <a:ahLst/>
              <a:cxnLst/>
              <a:rect l="0" t="0" r="0" b="0"/>
              <a:pathLst>
                <a:path w="79057" h="158115">
                  <a:moveTo>
                    <a:pt x="0" y="158115"/>
                  </a:moveTo>
                  <a:lnTo>
                    <a:pt x="79057" y="79057"/>
                  </a:lnTo>
                  <a:lnTo>
                    <a:pt x="0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1527533" y="2188827"/>
            <a:ext cx="1783622" cy="876433"/>
          </a:xfrm>
          <a:custGeom>
            <a:avLst/>
            <a:gdLst/>
            <a:ahLst/>
            <a:cxnLst/>
            <a:rect l="0" t="0" r="0" b="0"/>
            <a:pathLst>
              <a:path w="1783622" h="876433">
                <a:moveTo>
                  <a:pt x="1783622" y="753427"/>
                </a:moveTo>
                <a:cubicBezTo>
                  <a:pt x="1783622" y="821359"/>
                  <a:pt x="1728549" y="876433"/>
                  <a:pt x="1660617" y="876433"/>
                </a:cubicBezTo>
                <a:lnTo>
                  <a:pt x="123005" y="876433"/>
                </a:lnTo>
                <a:cubicBezTo>
                  <a:pt x="55073" y="876433"/>
                  <a:pt x="0" y="821359"/>
                  <a:pt x="0" y="753427"/>
                </a:cubicBezTo>
                <a:lnTo>
                  <a:pt x="0" y="123005"/>
                </a:lnTo>
                <a:cubicBezTo>
                  <a:pt x="0" y="55073"/>
                  <a:pt x="55073" y="0"/>
                  <a:pt x="123005" y="0"/>
                </a:cubicBezTo>
                <a:lnTo>
                  <a:pt x="238325" y="0"/>
                </a:lnTo>
                <a:lnTo>
                  <a:pt x="238325" y="61502"/>
                </a:lnTo>
                <a:cubicBezTo>
                  <a:pt x="238325" y="138388"/>
                  <a:pt x="301085" y="192204"/>
                  <a:pt x="369027" y="192204"/>
                </a:cubicBezTo>
                <a:lnTo>
                  <a:pt x="1414595" y="192204"/>
                </a:lnTo>
                <a:cubicBezTo>
                  <a:pt x="1482537" y="192204"/>
                  <a:pt x="1545297" y="138388"/>
                  <a:pt x="1545297" y="61502"/>
                </a:cubicBezTo>
                <a:lnTo>
                  <a:pt x="1545297" y="0"/>
                </a:lnTo>
                <a:lnTo>
                  <a:pt x="1660617" y="0"/>
                </a:lnTo>
                <a:cubicBezTo>
                  <a:pt x="1728549" y="0"/>
                  <a:pt x="1783622" y="55073"/>
                  <a:pt x="1783622" y="123005"/>
                </a:cubicBezTo>
                <a:lnTo>
                  <a:pt x="1783622" y="753427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27533" y="2188827"/>
            <a:ext cx="1783624" cy="876436"/>
          </a:xfrm>
          <a:custGeom>
            <a:avLst/>
            <a:gdLst/>
            <a:ahLst/>
            <a:cxnLst/>
            <a:rect l="0" t="0" r="0" b="0"/>
            <a:pathLst>
              <a:path w="1783624" h="876436">
                <a:moveTo>
                  <a:pt x="1783624" y="276769"/>
                </a:moveTo>
                <a:lnTo>
                  <a:pt x="1783624" y="738051"/>
                </a:lnTo>
                <a:moveTo>
                  <a:pt x="0" y="738051"/>
                </a:moveTo>
                <a:lnTo>
                  <a:pt x="0" y="276769"/>
                </a:lnTo>
                <a:moveTo>
                  <a:pt x="1783624" y="738051"/>
                </a:moveTo>
                <a:lnTo>
                  <a:pt x="1783624" y="753427"/>
                </a:lnTo>
                <a:cubicBezTo>
                  <a:pt x="1783624" y="821363"/>
                  <a:pt x="1728551" y="876436"/>
                  <a:pt x="1660615" y="876436"/>
                </a:cubicBezTo>
                <a:lnTo>
                  <a:pt x="123008" y="876436"/>
                </a:lnTo>
                <a:cubicBezTo>
                  <a:pt x="55072" y="876436"/>
                  <a:pt x="0" y="821363"/>
                  <a:pt x="0" y="753427"/>
                </a:cubicBezTo>
                <a:lnTo>
                  <a:pt x="0" y="738051"/>
                </a:lnTo>
                <a:moveTo>
                  <a:pt x="0" y="276769"/>
                </a:moveTo>
                <a:lnTo>
                  <a:pt x="0" y="123008"/>
                </a:lnTo>
                <a:cubicBezTo>
                  <a:pt x="0" y="55072"/>
                  <a:pt x="55072" y="0"/>
                  <a:pt x="123008" y="0"/>
                </a:cubicBezTo>
                <a:lnTo>
                  <a:pt x="246017" y="0"/>
                </a:lnTo>
                <a:moveTo>
                  <a:pt x="1783624" y="276769"/>
                </a:moveTo>
                <a:lnTo>
                  <a:pt x="1783624" y="123008"/>
                </a:lnTo>
                <a:cubicBezTo>
                  <a:pt x="1783624" y="55072"/>
                  <a:pt x="1728551" y="0"/>
                  <a:pt x="1660615" y="0"/>
                </a:cubicBezTo>
                <a:lnTo>
                  <a:pt x="1537607" y="0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80183" y="2188827"/>
            <a:ext cx="1783622" cy="876433"/>
          </a:xfrm>
          <a:custGeom>
            <a:avLst/>
            <a:gdLst/>
            <a:ahLst/>
            <a:cxnLst/>
            <a:rect l="0" t="0" r="0" b="0"/>
            <a:pathLst>
              <a:path w="1783622" h="876433">
                <a:moveTo>
                  <a:pt x="1783622" y="753427"/>
                </a:moveTo>
                <a:cubicBezTo>
                  <a:pt x="1783622" y="821359"/>
                  <a:pt x="1728549" y="876433"/>
                  <a:pt x="1660617" y="876433"/>
                </a:cubicBezTo>
                <a:lnTo>
                  <a:pt x="123005" y="876433"/>
                </a:lnTo>
                <a:cubicBezTo>
                  <a:pt x="55073" y="876433"/>
                  <a:pt x="0" y="821359"/>
                  <a:pt x="0" y="753427"/>
                </a:cubicBezTo>
                <a:lnTo>
                  <a:pt x="0" y="123005"/>
                </a:lnTo>
                <a:cubicBezTo>
                  <a:pt x="0" y="55073"/>
                  <a:pt x="55073" y="0"/>
                  <a:pt x="123005" y="0"/>
                </a:cubicBezTo>
                <a:lnTo>
                  <a:pt x="238325" y="0"/>
                </a:lnTo>
                <a:lnTo>
                  <a:pt x="238325" y="61502"/>
                </a:lnTo>
                <a:cubicBezTo>
                  <a:pt x="238325" y="138388"/>
                  <a:pt x="301085" y="192204"/>
                  <a:pt x="369027" y="192204"/>
                </a:cubicBezTo>
                <a:lnTo>
                  <a:pt x="1414595" y="192204"/>
                </a:lnTo>
                <a:cubicBezTo>
                  <a:pt x="1482537" y="192204"/>
                  <a:pt x="1545297" y="138388"/>
                  <a:pt x="1545297" y="61502"/>
                </a:cubicBezTo>
                <a:lnTo>
                  <a:pt x="1545297" y="0"/>
                </a:lnTo>
                <a:lnTo>
                  <a:pt x="1660617" y="0"/>
                </a:lnTo>
                <a:cubicBezTo>
                  <a:pt x="1728549" y="0"/>
                  <a:pt x="1783622" y="55073"/>
                  <a:pt x="1783622" y="123005"/>
                </a:cubicBezTo>
                <a:lnTo>
                  <a:pt x="1783622" y="753427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80183" y="2188827"/>
            <a:ext cx="1783624" cy="876436"/>
          </a:xfrm>
          <a:custGeom>
            <a:avLst/>
            <a:gdLst/>
            <a:ahLst/>
            <a:cxnLst/>
            <a:rect l="0" t="0" r="0" b="0"/>
            <a:pathLst>
              <a:path w="1783624" h="876436">
                <a:moveTo>
                  <a:pt x="1783624" y="276769"/>
                </a:moveTo>
                <a:lnTo>
                  <a:pt x="1783624" y="738051"/>
                </a:lnTo>
                <a:moveTo>
                  <a:pt x="0" y="738051"/>
                </a:moveTo>
                <a:lnTo>
                  <a:pt x="0" y="276769"/>
                </a:lnTo>
                <a:moveTo>
                  <a:pt x="1783624" y="738051"/>
                </a:moveTo>
                <a:lnTo>
                  <a:pt x="1783624" y="753427"/>
                </a:lnTo>
                <a:cubicBezTo>
                  <a:pt x="1783624" y="821363"/>
                  <a:pt x="1728551" y="876436"/>
                  <a:pt x="1660615" y="876436"/>
                </a:cubicBezTo>
                <a:lnTo>
                  <a:pt x="123008" y="876436"/>
                </a:lnTo>
                <a:cubicBezTo>
                  <a:pt x="55072" y="876436"/>
                  <a:pt x="0" y="821363"/>
                  <a:pt x="0" y="753427"/>
                </a:cubicBezTo>
                <a:lnTo>
                  <a:pt x="0" y="738051"/>
                </a:lnTo>
                <a:moveTo>
                  <a:pt x="0" y="276769"/>
                </a:moveTo>
                <a:lnTo>
                  <a:pt x="0" y="123008"/>
                </a:lnTo>
                <a:cubicBezTo>
                  <a:pt x="0" y="55072"/>
                  <a:pt x="55072" y="0"/>
                  <a:pt x="123008" y="0"/>
                </a:cubicBezTo>
                <a:lnTo>
                  <a:pt x="246017" y="0"/>
                </a:lnTo>
                <a:moveTo>
                  <a:pt x="1783624" y="276769"/>
                </a:moveTo>
                <a:lnTo>
                  <a:pt x="1783624" y="123008"/>
                </a:lnTo>
                <a:cubicBezTo>
                  <a:pt x="1783624" y="55072"/>
                  <a:pt x="1728551" y="0"/>
                  <a:pt x="1660615" y="0"/>
                </a:cubicBezTo>
                <a:lnTo>
                  <a:pt x="1537607" y="0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2" name="Group 31"/>
          <p:cNvGrpSpPr/>
          <p:nvPr/>
        </p:nvGrpSpPr>
        <p:grpSpPr>
          <a:xfrm>
            <a:off x="6645588" y="3072952"/>
            <a:ext cx="158114" cy="304799"/>
            <a:chOff x="6645592" y="2980713"/>
            <a:chExt cx="158114" cy="304799"/>
          </a:xfrm>
        </p:grpSpPr>
        <p:sp>
          <p:nvSpPr>
            <p:cNvPr id="30" name="Rounded Rectangle 29"/>
            <p:cNvSpPr/>
            <p:nvPr/>
          </p:nvSpPr>
          <p:spPr>
            <a:xfrm>
              <a:off x="6724650" y="2980713"/>
              <a:ext cx="9525" cy="298704"/>
            </a:xfrm>
            <a:custGeom>
              <a:avLst/>
              <a:gdLst/>
              <a:ahLst/>
              <a:cxnLst/>
              <a:rect l="0" t="0" r="0" b="0"/>
              <a:pathLst>
                <a:path w="9525" h="298704">
                  <a:moveTo>
                    <a:pt x="0" y="298704"/>
                  </a:moveTo>
                  <a:lnTo>
                    <a:pt x="0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645592" y="3206455"/>
              <a:ext cx="158114" cy="79057"/>
            </a:xfrm>
            <a:custGeom>
              <a:avLst/>
              <a:gdLst/>
              <a:ahLst/>
              <a:cxnLst/>
              <a:rect l="0" t="0" r="0" b="0"/>
              <a:pathLst>
                <a:path w="158114" h="79057">
                  <a:moveTo>
                    <a:pt x="0" y="0"/>
                  </a:moveTo>
                  <a:lnTo>
                    <a:pt x="79057" y="79057"/>
                  </a:lnTo>
                  <a:lnTo>
                    <a:pt x="158114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5832832" y="2188827"/>
            <a:ext cx="1783622" cy="876433"/>
          </a:xfrm>
          <a:custGeom>
            <a:avLst/>
            <a:gdLst/>
            <a:ahLst/>
            <a:cxnLst/>
            <a:rect l="0" t="0" r="0" b="0"/>
            <a:pathLst>
              <a:path w="1783622" h="876433">
                <a:moveTo>
                  <a:pt x="1783622" y="753427"/>
                </a:moveTo>
                <a:cubicBezTo>
                  <a:pt x="1783622" y="821359"/>
                  <a:pt x="1728549" y="876433"/>
                  <a:pt x="1660617" y="876433"/>
                </a:cubicBezTo>
                <a:lnTo>
                  <a:pt x="123005" y="876433"/>
                </a:lnTo>
                <a:cubicBezTo>
                  <a:pt x="55073" y="876433"/>
                  <a:pt x="0" y="821359"/>
                  <a:pt x="0" y="753427"/>
                </a:cubicBezTo>
                <a:lnTo>
                  <a:pt x="0" y="123005"/>
                </a:lnTo>
                <a:cubicBezTo>
                  <a:pt x="0" y="55073"/>
                  <a:pt x="55073" y="0"/>
                  <a:pt x="123005" y="0"/>
                </a:cubicBezTo>
                <a:lnTo>
                  <a:pt x="238325" y="0"/>
                </a:lnTo>
                <a:lnTo>
                  <a:pt x="238325" y="61502"/>
                </a:lnTo>
                <a:cubicBezTo>
                  <a:pt x="238325" y="138388"/>
                  <a:pt x="301085" y="192204"/>
                  <a:pt x="369027" y="192204"/>
                </a:cubicBezTo>
                <a:lnTo>
                  <a:pt x="1414595" y="192204"/>
                </a:lnTo>
                <a:cubicBezTo>
                  <a:pt x="1482537" y="192204"/>
                  <a:pt x="1545297" y="138388"/>
                  <a:pt x="1545297" y="61502"/>
                </a:cubicBezTo>
                <a:lnTo>
                  <a:pt x="1545297" y="0"/>
                </a:lnTo>
                <a:lnTo>
                  <a:pt x="1660617" y="0"/>
                </a:lnTo>
                <a:cubicBezTo>
                  <a:pt x="1728549" y="0"/>
                  <a:pt x="1783622" y="55073"/>
                  <a:pt x="1783622" y="123005"/>
                </a:cubicBezTo>
                <a:lnTo>
                  <a:pt x="1783622" y="753427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32832" y="2188827"/>
            <a:ext cx="1783624" cy="876436"/>
          </a:xfrm>
          <a:custGeom>
            <a:avLst/>
            <a:gdLst/>
            <a:ahLst/>
            <a:cxnLst/>
            <a:rect l="0" t="0" r="0" b="0"/>
            <a:pathLst>
              <a:path w="1783624" h="876436">
                <a:moveTo>
                  <a:pt x="1783624" y="276769"/>
                </a:moveTo>
                <a:lnTo>
                  <a:pt x="1783624" y="738051"/>
                </a:lnTo>
                <a:moveTo>
                  <a:pt x="0" y="738051"/>
                </a:moveTo>
                <a:lnTo>
                  <a:pt x="0" y="276769"/>
                </a:lnTo>
                <a:moveTo>
                  <a:pt x="1783624" y="738051"/>
                </a:moveTo>
                <a:lnTo>
                  <a:pt x="1783624" y="753427"/>
                </a:lnTo>
                <a:cubicBezTo>
                  <a:pt x="1783624" y="821363"/>
                  <a:pt x="1728551" y="876436"/>
                  <a:pt x="1660615" y="876436"/>
                </a:cubicBezTo>
                <a:lnTo>
                  <a:pt x="123008" y="876436"/>
                </a:lnTo>
                <a:cubicBezTo>
                  <a:pt x="55072" y="876436"/>
                  <a:pt x="0" y="821363"/>
                  <a:pt x="0" y="753427"/>
                </a:cubicBezTo>
                <a:lnTo>
                  <a:pt x="0" y="738051"/>
                </a:lnTo>
                <a:moveTo>
                  <a:pt x="0" y="276769"/>
                </a:moveTo>
                <a:lnTo>
                  <a:pt x="0" y="123008"/>
                </a:lnTo>
                <a:cubicBezTo>
                  <a:pt x="0" y="55072"/>
                  <a:pt x="55072" y="0"/>
                  <a:pt x="123008" y="0"/>
                </a:cubicBezTo>
                <a:lnTo>
                  <a:pt x="246017" y="0"/>
                </a:lnTo>
                <a:moveTo>
                  <a:pt x="1783624" y="276769"/>
                </a:moveTo>
                <a:lnTo>
                  <a:pt x="1783624" y="123008"/>
                </a:lnTo>
                <a:cubicBezTo>
                  <a:pt x="1783624" y="55072"/>
                  <a:pt x="1728551" y="0"/>
                  <a:pt x="1660615" y="0"/>
                </a:cubicBezTo>
                <a:lnTo>
                  <a:pt x="1537607" y="0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11935" y="3434290"/>
            <a:ext cx="1014822" cy="553535"/>
          </a:xfrm>
          <a:custGeom>
            <a:avLst/>
            <a:gdLst/>
            <a:ahLst/>
            <a:cxnLst/>
            <a:rect l="0" t="0" r="0" b="0"/>
            <a:pathLst>
              <a:path w="1014822" h="553535">
                <a:moveTo>
                  <a:pt x="0" y="0"/>
                </a:moveTo>
                <a:lnTo>
                  <a:pt x="1014822" y="0"/>
                </a:lnTo>
                <a:lnTo>
                  <a:pt x="1014822" y="553535"/>
                </a:lnTo>
                <a:lnTo>
                  <a:pt x="0" y="553535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11935" y="3434289"/>
            <a:ext cx="1014820" cy="553538"/>
          </a:xfrm>
          <a:custGeom>
            <a:avLst/>
            <a:gdLst/>
            <a:ahLst/>
            <a:cxnLst/>
            <a:rect l="0" t="0" r="0" b="0"/>
            <a:pathLst>
              <a:path w="1014820" h="553538">
                <a:moveTo>
                  <a:pt x="0" y="0"/>
                </a:moveTo>
                <a:lnTo>
                  <a:pt x="1014820" y="0"/>
                </a:lnTo>
                <a:moveTo>
                  <a:pt x="1014820" y="553538"/>
                </a:moveTo>
                <a:lnTo>
                  <a:pt x="0" y="55353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773550" y="3434290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0" y="430529"/>
                </a:moveTo>
                <a:cubicBezTo>
                  <a:pt x="0" y="498462"/>
                  <a:pt x="55073" y="553535"/>
                  <a:pt x="123005" y="553535"/>
                </a:cubicBezTo>
                <a:lnTo>
                  <a:pt x="138388" y="553535"/>
                </a:lnTo>
                <a:lnTo>
                  <a:pt x="138388" y="0"/>
                </a:lnTo>
                <a:lnTo>
                  <a:pt x="123005" y="0"/>
                </a:lnTo>
                <a:cubicBezTo>
                  <a:pt x="55073" y="0"/>
                  <a:pt x="0" y="55073"/>
                  <a:pt x="0" y="123005"/>
                </a:cubicBezTo>
                <a:lnTo>
                  <a:pt x="0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73550" y="3434289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138384" y="0"/>
                </a:moveTo>
                <a:lnTo>
                  <a:pt x="123008" y="0"/>
                </a:lnTo>
                <a:cubicBezTo>
                  <a:pt x="55072" y="0"/>
                  <a:pt x="0" y="55072"/>
                  <a:pt x="0" y="123008"/>
                </a:cubicBezTo>
                <a:moveTo>
                  <a:pt x="138384" y="553538"/>
                </a:moveTo>
                <a:lnTo>
                  <a:pt x="123008" y="553538"/>
                </a:lnTo>
                <a:cubicBezTo>
                  <a:pt x="55072" y="553538"/>
                  <a:pt x="0" y="498466"/>
                  <a:pt x="0" y="430530"/>
                </a:cubicBezTo>
                <a:moveTo>
                  <a:pt x="0" y="430530"/>
                </a:moveTo>
                <a:lnTo>
                  <a:pt x="0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926755" y="3434288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138388" y="430529"/>
                </a:moveTo>
                <a:cubicBezTo>
                  <a:pt x="138388" y="498462"/>
                  <a:pt x="83315" y="553535"/>
                  <a:pt x="15373" y="553535"/>
                </a:cubicBezTo>
                <a:lnTo>
                  <a:pt x="0" y="553535"/>
                </a:lnTo>
                <a:lnTo>
                  <a:pt x="0" y="0"/>
                </a:lnTo>
                <a:lnTo>
                  <a:pt x="15373" y="0"/>
                </a:lnTo>
                <a:cubicBezTo>
                  <a:pt x="83315" y="0"/>
                  <a:pt x="138388" y="55073"/>
                  <a:pt x="138388" y="123005"/>
                </a:cubicBezTo>
                <a:lnTo>
                  <a:pt x="138388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26755" y="3434288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0" y="0"/>
                </a:moveTo>
                <a:lnTo>
                  <a:pt x="15376" y="0"/>
                </a:lnTo>
                <a:cubicBezTo>
                  <a:pt x="83312" y="0"/>
                  <a:pt x="138384" y="55072"/>
                  <a:pt x="138384" y="123008"/>
                </a:cubicBezTo>
                <a:moveTo>
                  <a:pt x="0" y="553538"/>
                </a:moveTo>
                <a:lnTo>
                  <a:pt x="15376" y="553538"/>
                </a:lnTo>
                <a:cubicBezTo>
                  <a:pt x="83312" y="553538"/>
                  <a:pt x="138384" y="498466"/>
                  <a:pt x="138384" y="430530"/>
                </a:cubicBezTo>
                <a:moveTo>
                  <a:pt x="138384" y="430530"/>
                </a:moveTo>
                <a:lnTo>
                  <a:pt x="138384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064585" y="3434290"/>
            <a:ext cx="1014822" cy="553535"/>
          </a:xfrm>
          <a:custGeom>
            <a:avLst/>
            <a:gdLst/>
            <a:ahLst/>
            <a:cxnLst/>
            <a:rect l="0" t="0" r="0" b="0"/>
            <a:pathLst>
              <a:path w="1014822" h="553535">
                <a:moveTo>
                  <a:pt x="0" y="0"/>
                </a:moveTo>
                <a:lnTo>
                  <a:pt x="1014822" y="0"/>
                </a:lnTo>
                <a:lnTo>
                  <a:pt x="1014822" y="553535"/>
                </a:lnTo>
                <a:lnTo>
                  <a:pt x="0" y="553535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064584" y="3434289"/>
            <a:ext cx="1014820" cy="553538"/>
          </a:xfrm>
          <a:custGeom>
            <a:avLst/>
            <a:gdLst/>
            <a:ahLst/>
            <a:cxnLst/>
            <a:rect l="0" t="0" r="0" b="0"/>
            <a:pathLst>
              <a:path w="1014820" h="553538">
                <a:moveTo>
                  <a:pt x="0" y="0"/>
                </a:moveTo>
                <a:lnTo>
                  <a:pt x="1014820" y="0"/>
                </a:lnTo>
                <a:moveTo>
                  <a:pt x="1014820" y="553538"/>
                </a:moveTo>
                <a:lnTo>
                  <a:pt x="0" y="55353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926200" y="3434290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0" y="430529"/>
                </a:moveTo>
                <a:cubicBezTo>
                  <a:pt x="0" y="498462"/>
                  <a:pt x="55073" y="553535"/>
                  <a:pt x="123005" y="553535"/>
                </a:cubicBezTo>
                <a:lnTo>
                  <a:pt x="138388" y="553535"/>
                </a:lnTo>
                <a:lnTo>
                  <a:pt x="138388" y="0"/>
                </a:lnTo>
                <a:lnTo>
                  <a:pt x="123005" y="0"/>
                </a:lnTo>
                <a:cubicBezTo>
                  <a:pt x="55073" y="0"/>
                  <a:pt x="0" y="55073"/>
                  <a:pt x="0" y="123005"/>
                </a:cubicBezTo>
                <a:lnTo>
                  <a:pt x="0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926200" y="3434289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138384" y="0"/>
                </a:moveTo>
                <a:lnTo>
                  <a:pt x="123008" y="0"/>
                </a:lnTo>
                <a:cubicBezTo>
                  <a:pt x="55072" y="0"/>
                  <a:pt x="0" y="55072"/>
                  <a:pt x="0" y="123008"/>
                </a:cubicBezTo>
                <a:moveTo>
                  <a:pt x="138384" y="553538"/>
                </a:moveTo>
                <a:lnTo>
                  <a:pt x="123008" y="553538"/>
                </a:lnTo>
                <a:cubicBezTo>
                  <a:pt x="55072" y="553538"/>
                  <a:pt x="0" y="498466"/>
                  <a:pt x="0" y="430530"/>
                </a:cubicBezTo>
                <a:moveTo>
                  <a:pt x="0" y="430530"/>
                </a:moveTo>
                <a:lnTo>
                  <a:pt x="0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79405" y="3434288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138388" y="430529"/>
                </a:moveTo>
                <a:cubicBezTo>
                  <a:pt x="138388" y="498462"/>
                  <a:pt x="83315" y="553535"/>
                  <a:pt x="15373" y="553535"/>
                </a:cubicBezTo>
                <a:lnTo>
                  <a:pt x="0" y="553535"/>
                </a:lnTo>
                <a:lnTo>
                  <a:pt x="0" y="0"/>
                </a:lnTo>
                <a:lnTo>
                  <a:pt x="15373" y="0"/>
                </a:lnTo>
                <a:cubicBezTo>
                  <a:pt x="83315" y="0"/>
                  <a:pt x="138388" y="55073"/>
                  <a:pt x="138388" y="123005"/>
                </a:cubicBezTo>
                <a:lnTo>
                  <a:pt x="138388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79405" y="3434288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0" y="0"/>
                </a:moveTo>
                <a:lnTo>
                  <a:pt x="15376" y="0"/>
                </a:lnTo>
                <a:cubicBezTo>
                  <a:pt x="83312" y="0"/>
                  <a:pt x="138384" y="55072"/>
                  <a:pt x="138384" y="123008"/>
                </a:cubicBezTo>
                <a:moveTo>
                  <a:pt x="0" y="553538"/>
                </a:moveTo>
                <a:lnTo>
                  <a:pt x="15376" y="553538"/>
                </a:lnTo>
                <a:cubicBezTo>
                  <a:pt x="83312" y="553538"/>
                  <a:pt x="138384" y="498466"/>
                  <a:pt x="138384" y="430530"/>
                </a:cubicBezTo>
                <a:moveTo>
                  <a:pt x="138384" y="430530"/>
                </a:moveTo>
                <a:lnTo>
                  <a:pt x="138384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17235" y="3434290"/>
            <a:ext cx="1014822" cy="553535"/>
          </a:xfrm>
          <a:custGeom>
            <a:avLst/>
            <a:gdLst/>
            <a:ahLst/>
            <a:cxnLst/>
            <a:rect l="0" t="0" r="0" b="0"/>
            <a:pathLst>
              <a:path w="1014822" h="553535">
                <a:moveTo>
                  <a:pt x="0" y="0"/>
                </a:moveTo>
                <a:lnTo>
                  <a:pt x="1014822" y="0"/>
                </a:lnTo>
                <a:lnTo>
                  <a:pt x="1014822" y="553535"/>
                </a:lnTo>
                <a:lnTo>
                  <a:pt x="0" y="553535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17235" y="3434289"/>
            <a:ext cx="1014820" cy="553538"/>
          </a:xfrm>
          <a:custGeom>
            <a:avLst/>
            <a:gdLst/>
            <a:ahLst/>
            <a:cxnLst/>
            <a:rect l="0" t="0" r="0" b="0"/>
            <a:pathLst>
              <a:path w="1014820" h="553538">
                <a:moveTo>
                  <a:pt x="0" y="0"/>
                </a:moveTo>
                <a:lnTo>
                  <a:pt x="1014820" y="0"/>
                </a:lnTo>
                <a:moveTo>
                  <a:pt x="1014820" y="553538"/>
                </a:moveTo>
                <a:lnTo>
                  <a:pt x="0" y="55353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78850" y="3434290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0" y="430529"/>
                </a:moveTo>
                <a:cubicBezTo>
                  <a:pt x="0" y="498462"/>
                  <a:pt x="55073" y="553535"/>
                  <a:pt x="123005" y="553535"/>
                </a:cubicBezTo>
                <a:lnTo>
                  <a:pt x="138388" y="553535"/>
                </a:lnTo>
                <a:lnTo>
                  <a:pt x="138388" y="0"/>
                </a:lnTo>
                <a:lnTo>
                  <a:pt x="123005" y="0"/>
                </a:lnTo>
                <a:cubicBezTo>
                  <a:pt x="55073" y="0"/>
                  <a:pt x="0" y="55073"/>
                  <a:pt x="0" y="123005"/>
                </a:cubicBezTo>
                <a:lnTo>
                  <a:pt x="0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78850" y="3434289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138384" y="0"/>
                </a:moveTo>
                <a:lnTo>
                  <a:pt x="123008" y="0"/>
                </a:lnTo>
                <a:cubicBezTo>
                  <a:pt x="55072" y="0"/>
                  <a:pt x="0" y="55072"/>
                  <a:pt x="0" y="123008"/>
                </a:cubicBezTo>
                <a:moveTo>
                  <a:pt x="138384" y="553538"/>
                </a:moveTo>
                <a:lnTo>
                  <a:pt x="123008" y="553538"/>
                </a:lnTo>
                <a:cubicBezTo>
                  <a:pt x="55072" y="553538"/>
                  <a:pt x="0" y="498466"/>
                  <a:pt x="0" y="430530"/>
                </a:cubicBezTo>
                <a:moveTo>
                  <a:pt x="0" y="430530"/>
                </a:moveTo>
                <a:lnTo>
                  <a:pt x="0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232056" y="3434288"/>
            <a:ext cx="138388" cy="553535"/>
          </a:xfrm>
          <a:custGeom>
            <a:avLst/>
            <a:gdLst/>
            <a:ahLst/>
            <a:cxnLst/>
            <a:rect l="0" t="0" r="0" b="0"/>
            <a:pathLst>
              <a:path w="138388" h="553535">
                <a:moveTo>
                  <a:pt x="138388" y="430529"/>
                </a:moveTo>
                <a:cubicBezTo>
                  <a:pt x="138388" y="498462"/>
                  <a:pt x="83315" y="553535"/>
                  <a:pt x="15373" y="553535"/>
                </a:cubicBezTo>
                <a:lnTo>
                  <a:pt x="0" y="553535"/>
                </a:lnTo>
                <a:lnTo>
                  <a:pt x="0" y="0"/>
                </a:lnTo>
                <a:lnTo>
                  <a:pt x="15373" y="0"/>
                </a:lnTo>
                <a:cubicBezTo>
                  <a:pt x="83315" y="0"/>
                  <a:pt x="138388" y="55073"/>
                  <a:pt x="138388" y="123005"/>
                </a:cubicBezTo>
                <a:lnTo>
                  <a:pt x="138388" y="43052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232056" y="3434288"/>
            <a:ext cx="138384" cy="553538"/>
          </a:xfrm>
          <a:custGeom>
            <a:avLst/>
            <a:gdLst/>
            <a:ahLst/>
            <a:cxnLst/>
            <a:rect l="0" t="0" r="0" b="0"/>
            <a:pathLst>
              <a:path w="138384" h="553538">
                <a:moveTo>
                  <a:pt x="0" y="0"/>
                </a:moveTo>
                <a:lnTo>
                  <a:pt x="15376" y="0"/>
                </a:lnTo>
                <a:cubicBezTo>
                  <a:pt x="83312" y="0"/>
                  <a:pt x="138384" y="55072"/>
                  <a:pt x="138384" y="123008"/>
                </a:cubicBezTo>
                <a:moveTo>
                  <a:pt x="0" y="553538"/>
                </a:moveTo>
                <a:lnTo>
                  <a:pt x="15376" y="553538"/>
                </a:lnTo>
                <a:cubicBezTo>
                  <a:pt x="83312" y="553538"/>
                  <a:pt x="138384" y="498466"/>
                  <a:pt x="138384" y="430530"/>
                </a:cubicBezTo>
                <a:moveTo>
                  <a:pt x="138384" y="430530"/>
                </a:moveTo>
                <a:lnTo>
                  <a:pt x="138384" y="123008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5" name="Group 54"/>
          <p:cNvGrpSpPr/>
          <p:nvPr/>
        </p:nvGrpSpPr>
        <p:grpSpPr>
          <a:xfrm>
            <a:off x="5520346" y="4231700"/>
            <a:ext cx="304800" cy="158115"/>
            <a:chOff x="5520350" y="4139461"/>
            <a:chExt cx="304800" cy="158115"/>
          </a:xfrm>
        </p:grpSpPr>
        <p:sp>
          <p:nvSpPr>
            <p:cNvPr id="53" name="Rounded Rectangle 52"/>
            <p:cNvSpPr/>
            <p:nvPr/>
          </p:nvSpPr>
          <p:spPr>
            <a:xfrm>
              <a:off x="5526446" y="4218519"/>
              <a:ext cx="298704" cy="9525"/>
            </a:xfrm>
            <a:custGeom>
              <a:avLst/>
              <a:gdLst/>
              <a:ahLst/>
              <a:cxnLst/>
              <a:rect l="0" t="0" r="0" b="0"/>
              <a:pathLst>
                <a:path w="298704" h="9525">
                  <a:moveTo>
                    <a:pt x="0" y="0"/>
                  </a:moveTo>
                  <a:lnTo>
                    <a:pt x="298704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5520350" y="4139461"/>
              <a:ext cx="79057" cy="158115"/>
            </a:xfrm>
            <a:custGeom>
              <a:avLst/>
              <a:gdLst/>
              <a:ahLst/>
              <a:cxnLst/>
              <a:rect l="0" t="0" r="0" b="0"/>
              <a:pathLst>
                <a:path w="79057" h="158115">
                  <a:moveTo>
                    <a:pt x="79057" y="0"/>
                  </a:moveTo>
                  <a:lnTo>
                    <a:pt x="0" y="79057"/>
                  </a:lnTo>
                  <a:lnTo>
                    <a:pt x="79057" y="158115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367695" y="4231700"/>
            <a:ext cx="304799" cy="158115"/>
            <a:chOff x="3367699" y="4139461"/>
            <a:chExt cx="304799" cy="158115"/>
          </a:xfrm>
        </p:grpSpPr>
        <p:sp>
          <p:nvSpPr>
            <p:cNvPr id="56" name="Rounded Rectangle 55"/>
            <p:cNvSpPr/>
            <p:nvPr/>
          </p:nvSpPr>
          <p:spPr>
            <a:xfrm>
              <a:off x="3373795" y="4218519"/>
              <a:ext cx="298703" cy="9525"/>
            </a:xfrm>
            <a:custGeom>
              <a:avLst/>
              <a:gdLst/>
              <a:ahLst/>
              <a:cxnLst/>
              <a:rect l="0" t="0" r="0" b="0"/>
              <a:pathLst>
                <a:path w="298703" h="9525">
                  <a:moveTo>
                    <a:pt x="0" y="0"/>
                  </a:moveTo>
                  <a:lnTo>
                    <a:pt x="298703" y="0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3367699" y="4139461"/>
              <a:ext cx="79057" cy="158115"/>
            </a:xfrm>
            <a:custGeom>
              <a:avLst/>
              <a:gdLst/>
              <a:ahLst/>
              <a:cxnLst/>
              <a:rect l="0" t="0" r="0" b="0"/>
              <a:pathLst>
                <a:path w="79057" h="158115">
                  <a:moveTo>
                    <a:pt x="79057" y="0"/>
                  </a:moveTo>
                  <a:lnTo>
                    <a:pt x="0" y="79057"/>
                  </a:lnTo>
                  <a:lnTo>
                    <a:pt x="79057" y="158115"/>
                  </a:lnTo>
                </a:path>
              </a:pathLst>
            </a:custGeom>
            <a:noFill/>
            <a:ln w="2306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" name="Rounded Rectangle 58"/>
          <p:cNvSpPr/>
          <p:nvPr/>
        </p:nvSpPr>
        <p:spPr>
          <a:xfrm>
            <a:off x="1527533" y="3803349"/>
            <a:ext cx="1783622" cy="876433"/>
          </a:xfrm>
          <a:custGeom>
            <a:avLst/>
            <a:gdLst/>
            <a:ahLst/>
            <a:cxnLst/>
            <a:rect l="0" t="0" r="0" b="0"/>
            <a:pathLst>
              <a:path w="1783622" h="876433">
                <a:moveTo>
                  <a:pt x="1783622" y="753427"/>
                </a:moveTo>
                <a:cubicBezTo>
                  <a:pt x="1783622" y="821359"/>
                  <a:pt x="1728549" y="876433"/>
                  <a:pt x="1660617" y="876433"/>
                </a:cubicBezTo>
                <a:lnTo>
                  <a:pt x="123005" y="876433"/>
                </a:lnTo>
                <a:cubicBezTo>
                  <a:pt x="55073" y="876433"/>
                  <a:pt x="0" y="821359"/>
                  <a:pt x="0" y="753427"/>
                </a:cubicBezTo>
                <a:lnTo>
                  <a:pt x="0" y="123005"/>
                </a:lnTo>
                <a:cubicBezTo>
                  <a:pt x="0" y="55073"/>
                  <a:pt x="55073" y="0"/>
                  <a:pt x="123005" y="0"/>
                </a:cubicBezTo>
                <a:lnTo>
                  <a:pt x="238325" y="0"/>
                </a:lnTo>
                <a:lnTo>
                  <a:pt x="238325" y="61502"/>
                </a:lnTo>
                <a:cubicBezTo>
                  <a:pt x="238325" y="138388"/>
                  <a:pt x="301085" y="192204"/>
                  <a:pt x="369027" y="192204"/>
                </a:cubicBezTo>
                <a:lnTo>
                  <a:pt x="1414595" y="192204"/>
                </a:lnTo>
                <a:cubicBezTo>
                  <a:pt x="1482537" y="192204"/>
                  <a:pt x="1545297" y="138388"/>
                  <a:pt x="1545297" y="61502"/>
                </a:cubicBezTo>
                <a:lnTo>
                  <a:pt x="1545297" y="0"/>
                </a:lnTo>
                <a:lnTo>
                  <a:pt x="1660617" y="0"/>
                </a:lnTo>
                <a:cubicBezTo>
                  <a:pt x="1728549" y="0"/>
                  <a:pt x="1783622" y="55073"/>
                  <a:pt x="1783622" y="123005"/>
                </a:cubicBezTo>
                <a:lnTo>
                  <a:pt x="1783622" y="753427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527533" y="3803349"/>
            <a:ext cx="1783624" cy="876436"/>
          </a:xfrm>
          <a:custGeom>
            <a:avLst/>
            <a:gdLst/>
            <a:ahLst/>
            <a:cxnLst/>
            <a:rect l="0" t="0" r="0" b="0"/>
            <a:pathLst>
              <a:path w="1783624" h="876436">
                <a:moveTo>
                  <a:pt x="1783624" y="276769"/>
                </a:moveTo>
                <a:lnTo>
                  <a:pt x="1783624" y="738051"/>
                </a:lnTo>
                <a:moveTo>
                  <a:pt x="0" y="738051"/>
                </a:moveTo>
                <a:lnTo>
                  <a:pt x="0" y="276769"/>
                </a:lnTo>
                <a:moveTo>
                  <a:pt x="1783624" y="738051"/>
                </a:moveTo>
                <a:lnTo>
                  <a:pt x="1783624" y="753427"/>
                </a:lnTo>
                <a:cubicBezTo>
                  <a:pt x="1783624" y="821363"/>
                  <a:pt x="1728551" y="876436"/>
                  <a:pt x="1660615" y="876436"/>
                </a:cubicBezTo>
                <a:lnTo>
                  <a:pt x="123008" y="876436"/>
                </a:lnTo>
                <a:cubicBezTo>
                  <a:pt x="55072" y="876436"/>
                  <a:pt x="0" y="821363"/>
                  <a:pt x="0" y="753427"/>
                </a:cubicBezTo>
                <a:lnTo>
                  <a:pt x="0" y="738051"/>
                </a:lnTo>
                <a:moveTo>
                  <a:pt x="0" y="276769"/>
                </a:moveTo>
                <a:lnTo>
                  <a:pt x="0" y="123008"/>
                </a:lnTo>
                <a:cubicBezTo>
                  <a:pt x="0" y="55072"/>
                  <a:pt x="55072" y="0"/>
                  <a:pt x="123008" y="0"/>
                </a:cubicBezTo>
                <a:lnTo>
                  <a:pt x="246017" y="0"/>
                </a:lnTo>
                <a:moveTo>
                  <a:pt x="1783624" y="276769"/>
                </a:moveTo>
                <a:lnTo>
                  <a:pt x="1783624" y="123008"/>
                </a:lnTo>
                <a:cubicBezTo>
                  <a:pt x="1783624" y="55072"/>
                  <a:pt x="1728551" y="0"/>
                  <a:pt x="1660615" y="0"/>
                </a:cubicBezTo>
                <a:lnTo>
                  <a:pt x="1537607" y="0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80183" y="3803349"/>
            <a:ext cx="1783622" cy="876433"/>
          </a:xfrm>
          <a:custGeom>
            <a:avLst/>
            <a:gdLst/>
            <a:ahLst/>
            <a:cxnLst/>
            <a:rect l="0" t="0" r="0" b="0"/>
            <a:pathLst>
              <a:path w="1783622" h="876433">
                <a:moveTo>
                  <a:pt x="1783622" y="753427"/>
                </a:moveTo>
                <a:cubicBezTo>
                  <a:pt x="1783622" y="821359"/>
                  <a:pt x="1728549" y="876433"/>
                  <a:pt x="1660617" y="876433"/>
                </a:cubicBezTo>
                <a:lnTo>
                  <a:pt x="123005" y="876433"/>
                </a:lnTo>
                <a:cubicBezTo>
                  <a:pt x="55073" y="876433"/>
                  <a:pt x="0" y="821359"/>
                  <a:pt x="0" y="753427"/>
                </a:cubicBezTo>
                <a:lnTo>
                  <a:pt x="0" y="123005"/>
                </a:lnTo>
                <a:cubicBezTo>
                  <a:pt x="0" y="55073"/>
                  <a:pt x="55073" y="0"/>
                  <a:pt x="123005" y="0"/>
                </a:cubicBezTo>
                <a:lnTo>
                  <a:pt x="238325" y="0"/>
                </a:lnTo>
                <a:lnTo>
                  <a:pt x="238325" y="61502"/>
                </a:lnTo>
                <a:cubicBezTo>
                  <a:pt x="238325" y="138388"/>
                  <a:pt x="301085" y="192204"/>
                  <a:pt x="369027" y="192204"/>
                </a:cubicBezTo>
                <a:lnTo>
                  <a:pt x="1414595" y="192204"/>
                </a:lnTo>
                <a:cubicBezTo>
                  <a:pt x="1482537" y="192204"/>
                  <a:pt x="1545297" y="138388"/>
                  <a:pt x="1545297" y="61502"/>
                </a:cubicBezTo>
                <a:lnTo>
                  <a:pt x="1545297" y="0"/>
                </a:lnTo>
                <a:lnTo>
                  <a:pt x="1660617" y="0"/>
                </a:lnTo>
                <a:cubicBezTo>
                  <a:pt x="1728549" y="0"/>
                  <a:pt x="1783622" y="55073"/>
                  <a:pt x="1783622" y="123005"/>
                </a:cubicBezTo>
                <a:lnTo>
                  <a:pt x="1783622" y="753427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680183" y="3803349"/>
            <a:ext cx="1783624" cy="876436"/>
          </a:xfrm>
          <a:custGeom>
            <a:avLst/>
            <a:gdLst/>
            <a:ahLst/>
            <a:cxnLst/>
            <a:rect l="0" t="0" r="0" b="0"/>
            <a:pathLst>
              <a:path w="1783624" h="876436">
                <a:moveTo>
                  <a:pt x="1783624" y="276769"/>
                </a:moveTo>
                <a:lnTo>
                  <a:pt x="1783624" y="738051"/>
                </a:lnTo>
                <a:moveTo>
                  <a:pt x="0" y="738051"/>
                </a:moveTo>
                <a:lnTo>
                  <a:pt x="0" y="276769"/>
                </a:lnTo>
                <a:moveTo>
                  <a:pt x="1783624" y="738051"/>
                </a:moveTo>
                <a:lnTo>
                  <a:pt x="1783624" y="753427"/>
                </a:lnTo>
                <a:cubicBezTo>
                  <a:pt x="1783624" y="821363"/>
                  <a:pt x="1728551" y="876436"/>
                  <a:pt x="1660615" y="876436"/>
                </a:cubicBezTo>
                <a:lnTo>
                  <a:pt x="123008" y="876436"/>
                </a:lnTo>
                <a:cubicBezTo>
                  <a:pt x="55072" y="876436"/>
                  <a:pt x="0" y="821363"/>
                  <a:pt x="0" y="753427"/>
                </a:cubicBezTo>
                <a:lnTo>
                  <a:pt x="0" y="738051"/>
                </a:lnTo>
                <a:moveTo>
                  <a:pt x="0" y="276769"/>
                </a:moveTo>
                <a:lnTo>
                  <a:pt x="0" y="123008"/>
                </a:lnTo>
                <a:cubicBezTo>
                  <a:pt x="0" y="55072"/>
                  <a:pt x="55072" y="0"/>
                  <a:pt x="123008" y="0"/>
                </a:cubicBezTo>
                <a:lnTo>
                  <a:pt x="246017" y="0"/>
                </a:lnTo>
                <a:moveTo>
                  <a:pt x="1783624" y="276769"/>
                </a:moveTo>
                <a:lnTo>
                  <a:pt x="1783624" y="123008"/>
                </a:lnTo>
                <a:cubicBezTo>
                  <a:pt x="1783624" y="55072"/>
                  <a:pt x="1728551" y="0"/>
                  <a:pt x="1660615" y="0"/>
                </a:cubicBezTo>
                <a:lnTo>
                  <a:pt x="1537607" y="0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832832" y="3803349"/>
            <a:ext cx="1783622" cy="876433"/>
          </a:xfrm>
          <a:custGeom>
            <a:avLst/>
            <a:gdLst/>
            <a:ahLst/>
            <a:cxnLst/>
            <a:rect l="0" t="0" r="0" b="0"/>
            <a:pathLst>
              <a:path w="1783622" h="876433">
                <a:moveTo>
                  <a:pt x="1783622" y="753427"/>
                </a:moveTo>
                <a:cubicBezTo>
                  <a:pt x="1783622" y="821359"/>
                  <a:pt x="1728549" y="876433"/>
                  <a:pt x="1660617" y="876433"/>
                </a:cubicBezTo>
                <a:lnTo>
                  <a:pt x="123005" y="876433"/>
                </a:lnTo>
                <a:cubicBezTo>
                  <a:pt x="55073" y="876433"/>
                  <a:pt x="0" y="821359"/>
                  <a:pt x="0" y="753427"/>
                </a:cubicBezTo>
                <a:lnTo>
                  <a:pt x="0" y="123005"/>
                </a:lnTo>
                <a:cubicBezTo>
                  <a:pt x="0" y="55073"/>
                  <a:pt x="55073" y="0"/>
                  <a:pt x="123005" y="0"/>
                </a:cubicBezTo>
                <a:lnTo>
                  <a:pt x="238325" y="0"/>
                </a:lnTo>
                <a:lnTo>
                  <a:pt x="238325" y="61502"/>
                </a:lnTo>
                <a:cubicBezTo>
                  <a:pt x="238325" y="138388"/>
                  <a:pt x="301085" y="192204"/>
                  <a:pt x="369027" y="192204"/>
                </a:cubicBezTo>
                <a:lnTo>
                  <a:pt x="1414595" y="192204"/>
                </a:lnTo>
                <a:cubicBezTo>
                  <a:pt x="1482537" y="192204"/>
                  <a:pt x="1545297" y="138388"/>
                  <a:pt x="1545297" y="61502"/>
                </a:cubicBezTo>
                <a:lnTo>
                  <a:pt x="1545297" y="0"/>
                </a:lnTo>
                <a:lnTo>
                  <a:pt x="1660617" y="0"/>
                </a:lnTo>
                <a:cubicBezTo>
                  <a:pt x="1728549" y="0"/>
                  <a:pt x="1783622" y="55073"/>
                  <a:pt x="1783622" y="123005"/>
                </a:cubicBezTo>
                <a:lnTo>
                  <a:pt x="1783622" y="753427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832832" y="3803349"/>
            <a:ext cx="1783624" cy="876436"/>
          </a:xfrm>
          <a:custGeom>
            <a:avLst/>
            <a:gdLst/>
            <a:ahLst/>
            <a:cxnLst/>
            <a:rect l="0" t="0" r="0" b="0"/>
            <a:pathLst>
              <a:path w="1783624" h="876436">
                <a:moveTo>
                  <a:pt x="1783624" y="276769"/>
                </a:moveTo>
                <a:lnTo>
                  <a:pt x="1783624" y="738051"/>
                </a:lnTo>
                <a:moveTo>
                  <a:pt x="0" y="738051"/>
                </a:moveTo>
                <a:lnTo>
                  <a:pt x="0" y="276769"/>
                </a:lnTo>
                <a:moveTo>
                  <a:pt x="1783624" y="738051"/>
                </a:moveTo>
                <a:lnTo>
                  <a:pt x="1783624" y="753427"/>
                </a:lnTo>
                <a:cubicBezTo>
                  <a:pt x="1783624" y="821363"/>
                  <a:pt x="1728551" y="876436"/>
                  <a:pt x="1660615" y="876436"/>
                </a:cubicBezTo>
                <a:lnTo>
                  <a:pt x="123008" y="876436"/>
                </a:lnTo>
                <a:cubicBezTo>
                  <a:pt x="55072" y="876436"/>
                  <a:pt x="0" y="821363"/>
                  <a:pt x="0" y="753427"/>
                </a:cubicBezTo>
                <a:lnTo>
                  <a:pt x="0" y="738051"/>
                </a:lnTo>
                <a:moveTo>
                  <a:pt x="0" y="276769"/>
                </a:moveTo>
                <a:lnTo>
                  <a:pt x="0" y="123008"/>
                </a:lnTo>
                <a:cubicBezTo>
                  <a:pt x="0" y="55072"/>
                  <a:pt x="55072" y="0"/>
                  <a:pt x="123008" y="0"/>
                </a:cubicBezTo>
                <a:lnTo>
                  <a:pt x="246017" y="0"/>
                </a:lnTo>
                <a:moveTo>
                  <a:pt x="1783624" y="276769"/>
                </a:moveTo>
                <a:lnTo>
                  <a:pt x="1783624" y="123008"/>
                </a:lnTo>
                <a:cubicBezTo>
                  <a:pt x="1783624" y="55072"/>
                  <a:pt x="1728551" y="0"/>
                  <a:pt x="1660615" y="0"/>
                </a:cubicBezTo>
                <a:lnTo>
                  <a:pt x="1537607" y="0"/>
                </a:lnTo>
              </a:path>
            </a:pathLst>
          </a:custGeom>
          <a:noFill/>
          <a:ln w="2306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67239" y="2004294"/>
            <a:ext cx="809510" cy="18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384F61"/>
                </a:solidFill>
                <a:latin typeface="Georgia"/>
              </a:rPr>
              <a:t>ETL Layer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6081765" y="2557868"/>
            <a:ext cx="1285760" cy="276738"/>
            <a:chOff x="6081769" y="2465629"/>
            <a:chExt cx="1285760" cy="276738"/>
          </a:xfrm>
        </p:grpSpPr>
        <p:sp>
          <p:nvSpPr>
            <p:cNvPr id="66" name="TextBox 65"/>
            <p:cNvSpPr txBox="1"/>
            <p:nvPr/>
          </p:nvSpPr>
          <p:spPr>
            <a:xfrm>
              <a:off x="6081769" y="2465629"/>
              <a:ext cx="1285760" cy="138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Centralized repository of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081769" y="2604027"/>
              <a:ext cx="1285760" cy="138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integrated data.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416895" y="463714"/>
            <a:ext cx="8310210" cy="800099"/>
            <a:chOff x="416899" y="371475"/>
            <a:chExt cx="8310210" cy="800099"/>
          </a:xfrm>
        </p:grpSpPr>
        <p:sp>
          <p:nvSpPr>
            <p:cNvPr id="69" name="TextBox 68"/>
            <p:cNvSpPr txBox="1"/>
            <p:nvPr/>
          </p:nvSpPr>
          <p:spPr>
            <a:xfrm>
              <a:off x="416899" y="371475"/>
              <a:ext cx="8310210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384F61"/>
                  </a:solidFill>
                  <a:latin typeface="Merriweather"/>
                </a:rPr>
                <a:t>Data Warehouse Architecture: End-to-End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16899" y="771524"/>
              <a:ext cx="831021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384F61"/>
                  </a:solidFill>
                  <a:latin typeface="Merriweather"/>
                </a:rPr>
                <a:t>Flow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944467" y="3526548"/>
            <a:ext cx="949766" cy="369054"/>
            <a:chOff x="1944471" y="3434309"/>
            <a:chExt cx="949766" cy="369054"/>
          </a:xfrm>
        </p:grpSpPr>
        <p:sp>
          <p:nvSpPr>
            <p:cNvPr id="72" name="TextBox 71"/>
            <p:cNvSpPr txBox="1"/>
            <p:nvPr/>
          </p:nvSpPr>
          <p:spPr>
            <a:xfrm>
              <a:off x="1944471" y="3434309"/>
              <a:ext cx="949766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Reports &amp;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944471" y="3618808"/>
              <a:ext cx="949766" cy="184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Dashboards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946441" y="2557868"/>
            <a:ext cx="1251108" cy="276738"/>
            <a:chOff x="3946445" y="2465629"/>
            <a:chExt cx="1251108" cy="276738"/>
          </a:xfrm>
        </p:grpSpPr>
        <p:sp>
          <p:nvSpPr>
            <p:cNvPr id="75" name="TextBox 74"/>
            <p:cNvSpPr txBox="1"/>
            <p:nvPr/>
          </p:nvSpPr>
          <p:spPr>
            <a:xfrm>
              <a:off x="3946445" y="2465629"/>
              <a:ext cx="1251108" cy="138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Extract, Transform, and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946445" y="2604027"/>
              <a:ext cx="1251108" cy="138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Load layer.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4105270" y="3526548"/>
            <a:ext cx="933450" cy="369054"/>
            <a:chOff x="4105274" y="3434309"/>
            <a:chExt cx="933450" cy="369054"/>
          </a:xfrm>
        </p:grpSpPr>
        <p:sp>
          <p:nvSpPr>
            <p:cNvPr id="78" name="TextBox 77"/>
            <p:cNvSpPr txBox="1"/>
            <p:nvPr/>
          </p:nvSpPr>
          <p:spPr>
            <a:xfrm>
              <a:off x="4105274" y="3434309"/>
              <a:ext cx="933450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Business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105274" y="3618808"/>
              <a:ext cx="933450" cy="184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Intelligence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105258" y="1912026"/>
            <a:ext cx="628173" cy="369054"/>
            <a:chOff x="2105262" y="1819787"/>
            <a:chExt cx="628173" cy="369054"/>
          </a:xfrm>
        </p:grpSpPr>
        <p:sp>
          <p:nvSpPr>
            <p:cNvPr id="81" name="TextBox 80"/>
            <p:cNvSpPr txBox="1"/>
            <p:nvPr/>
          </p:nvSpPr>
          <p:spPr>
            <a:xfrm>
              <a:off x="2105262" y="1819787"/>
              <a:ext cx="628173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Data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105262" y="2004286"/>
              <a:ext cx="628173" cy="184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Sources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6461222" y="3526548"/>
            <a:ext cx="526856" cy="369054"/>
            <a:chOff x="6461226" y="3434309"/>
            <a:chExt cx="526856" cy="369054"/>
          </a:xfrm>
        </p:grpSpPr>
        <p:sp>
          <p:nvSpPr>
            <p:cNvPr id="84" name="TextBox 83"/>
            <p:cNvSpPr txBox="1"/>
            <p:nvPr/>
          </p:nvSpPr>
          <p:spPr>
            <a:xfrm>
              <a:off x="6461226" y="3434309"/>
              <a:ext cx="526856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OLAP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461226" y="3618808"/>
              <a:ext cx="526856" cy="184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Server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743785" y="2557868"/>
            <a:ext cx="1351121" cy="276738"/>
            <a:chOff x="1743789" y="2465629"/>
            <a:chExt cx="1351121" cy="276738"/>
          </a:xfrm>
        </p:grpSpPr>
        <p:sp>
          <p:nvSpPr>
            <p:cNvPr id="87" name="TextBox 86"/>
            <p:cNvSpPr txBox="1"/>
            <p:nvPr/>
          </p:nvSpPr>
          <p:spPr>
            <a:xfrm>
              <a:off x="1743789" y="2465629"/>
              <a:ext cx="1351121" cy="138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ERP, CRM, Flat Files, and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743789" y="2604027"/>
              <a:ext cx="1351121" cy="138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External APIs.</a:t>
              </a: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4076581" y="4172388"/>
            <a:ext cx="990838" cy="276738"/>
            <a:chOff x="4076585" y="4080149"/>
            <a:chExt cx="990838" cy="276738"/>
          </a:xfrm>
        </p:grpSpPr>
        <p:sp>
          <p:nvSpPr>
            <p:cNvPr id="90" name="TextBox 89"/>
            <p:cNvSpPr txBox="1"/>
            <p:nvPr/>
          </p:nvSpPr>
          <p:spPr>
            <a:xfrm>
              <a:off x="4076585" y="4080149"/>
              <a:ext cx="990838" cy="138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Analytical layer for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076585" y="4218547"/>
              <a:ext cx="990838" cy="138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discovery.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273037" y="1912026"/>
            <a:ext cx="903208" cy="369054"/>
            <a:chOff x="6273041" y="1819787"/>
            <a:chExt cx="903208" cy="369054"/>
          </a:xfrm>
        </p:grpSpPr>
        <p:sp>
          <p:nvSpPr>
            <p:cNvPr id="93" name="TextBox 92"/>
            <p:cNvSpPr txBox="1"/>
            <p:nvPr/>
          </p:nvSpPr>
          <p:spPr>
            <a:xfrm>
              <a:off x="6273041" y="1819787"/>
              <a:ext cx="903208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Data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273041" y="2004286"/>
              <a:ext cx="903208" cy="184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Georgia"/>
                </a:rPr>
                <a:t>Warehouse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6109445" y="4172388"/>
            <a:ext cx="1230391" cy="276738"/>
            <a:chOff x="6109449" y="4080149"/>
            <a:chExt cx="1230391" cy="276738"/>
          </a:xfrm>
        </p:grpSpPr>
        <p:sp>
          <p:nvSpPr>
            <p:cNvPr id="96" name="TextBox 95"/>
            <p:cNvSpPr txBox="1"/>
            <p:nvPr/>
          </p:nvSpPr>
          <p:spPr>
            <a:xfrm>
              <a:off x="6109449" y="4080149"/>
              <a:ext cx="1230391" cy="138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Multi-dimensional data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109449" y="4218547"/>
              <a:ext cx="1230391" cy="138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engine.</a:t>
              </a: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1750452" y="4172377"/>
            <a:ext cx="1337786" cy="13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384F61"/>
                </a:solidFill>
                <a:latin typeface="Georgia"/>
              </a:rPr>
              <a:t>Visual delivery of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636" y="1907234"/>
            <a:ext cx="2210800" cy="2431884"/>
          </a:xfrm>
          <a:custGeom>
            <a:avLst/>
            <a:gdLst/>
            <a:ahLst/>
            <a:cxnLst/>
            <a:rect l="0" t="0" r="0" b="0"/>
            <a:pathLst>
              <a:path w="2210800" h="2431884">
                <a:moveTo>
                  <a:pt x="0" y="2247652"/>
                </a:moveTo>
                <a:cubicBezTo>
                  <a:pt x="0" y="2349398"/>
                  <a:pt x="68732" y="2431884"/>
                  <a:pt x="153523" y="2431884"/>
                </a:cubicBezTo>
                <a:lnTo>
                  <a:pt x="2057276" y="2431884"/>
                </a:lnTo>
                <a:cubicBezTo>
                  <a:pt x="2142067" y="2431884"/>
                  <a:pt x="2210800" y="2349398"/>
                  <a:pt x="2210800" y="2247652"/>
                </a:cubicBezTo>
                <a:lnTo>
                  <a:pt x="2210800" y="184232"/>
                </a:lnTo>
                <a:cubicBezTo>
                  <a:pt x="2210800" y="82486"/>
                  <a:pt x="2128323" y="0"/>
                  <a:pt x="2026567" y="0"/>
                </a:cubicBezTo>
                <a:lnTo>
                  <a:pt x="153523" y="0"/>
                </a:lnTo>
                <a:cubicBezTo>
                  <a:pt x="68732" y="0"/>
                  <a:pt x="0" y="82486"/>
                  <a:pt x="0" y="184232"/>
                </a:cubicBezTo>
                <a:cubicBezTo>
                  <a:pt x="0" y="184232"/>
                  <a:pt x="0" y="250221"/>
                  <a:pt x="0" y="331622"/>
                </a:cubicBezTo>
                <a:lnTo>
                  <a:pt x="0" y="2247652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3636" y="1907234"/>
            <a:ext cx="2210802" cy="2431882"/>
          </a:xfrm>
          <a:custGeom>
            <a:avLst/>
            <a:gdLst/>
            <a:ahLst/>
            <a:cxnLst/>
            <a:rect l="0" t="0" r="0" b="0"/>
            <a:pathLst>
              <a:path w="2210802" h="2431882">
                <a:moveTo>
                  <a:pt x="0" y="184233"/>
                </a:moveTo>
                <a:cubicBezTo>
                  <a:pt x="0" y="82484"/>
                  <a:pt x="68736" y="0"/>
                  <a:pt x="153528" y="0"/>
                </a:cubicBezTo>
                <a:lnTo>
                  <a:pt x="2057274" y="0"/>
                </a:lnTo>
                <a:cubicBezTo>
                  <a:pt x="2142066" y="0"/>
                  <a:pt x="2210802" y="82484"/>
                  <a:pt x="2210802" y="184233"/>
                </a:cubicBezTo>
                <a:moveTo>
                  <a:pt x="2210802" y="184233"/>
                </a:moveTo>
                <a:lnTo>
                  <a:pt x="2210802" y="2247649"/>
                </a:lnTo>
                <a:moveTo>
                  <a:pt x="0" y="2247649"/>
                </a:moveTo>
                <a:lnTo>
                  <a:pt x="0" y="184233"/>
                </a:lnTo>
                <a:moveTo>
                  <a:pt x="0" y="2247649"/>
                </a:moveTo>
                <a:cubicBezTo>
                  <a:pt x="0" y="2349399"/>
                  <a:pt x="68736" y="2431882"/>
                  <a:pt x="153528" y="2431882"/>
                </a:cubicBezTo>
                <a:lnTo>
                  <a:pt x="2057274" y="2431882"/>
                </a:lnTo>
                <a:cubicBezTo>
                  <a:pt x="2142066" y="2431882"/>
                  <a:pt x="2210802" y="2349399"/>
                  <a:pt x="2210802" y="2247649"/>
                </a:cubicBez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4176" y="3196869"/>
            <a:ext cx="1989722" cy="9525"/>
          </a:xfrm>
          <a:custGeom>
            <a:avLst/>
            <a:gdLst/>
            <a:ahLst/>
            <a:cxnLst/>
            <a:rect l="0" t="0" r="0" b="0"/>
            <a:pathLst>
              <a:path w="1989722" h="9525">
                <a:moveTo>
                  <a:pt x="0" y="0"/>
                </a:moveTo>
                <a:lnTo>
                  <a:pt x="1989722" y="0"/>
                </a:ln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4176" y="3579734"/>
            <a:ext cx="110540" cy="110540"/>
          </a:xfrm>
          <a:custGeom>
            <a:avLst/>
            <a:gdLst/>
            <a:ahLst/>
            <a:cxnLst/>
            <a:rect l="0" t="0" r="0" b="0"/>
            <a:pathLst>
              <a:path w="110540" h="110540">
                <a:moveTo>
                  <a:pt x="0" y="55270"/>
                </a:moveTo>
                <a:cubicBezTo>
                  <a:pt x="0" y="85794"/>
                  <a:pt x="24745" y="110540"/>
                  <a:pt x="55270" y="110540"/>
                </a:cubicBezTo>
                <a:cubicBezTo>
                  <a:pt x="85794" y="110540"/>
                  <a:pt x="110540" y="85794"/>
                  <a:pt x="110540" y="55270"/>
                </a:cubicBezTo>
                <a:cubicBezTo>
                  <a:pt x="110540" y="24745"/>
                  <a:pt x="85794" y="0"/>
                  <a:pt x="55270" y="0"/>
                </a:cubicBezTo>
                <a:cubicBezTo>
                  <a:pt x="24745" y="0"/>
                  <a:pt x="0" y="24745"/>
                  <a:pt x="0" y="55270"/>
                </a:cubicBez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66599" y="1907234"/>
            <a:ext cx="2210800" cy="2431884"/>
          </a:xfrm>
          <a:custGeom>
            <a:avLst/>
            <a:gdLst/>
            <a:ahLst/>
            <a:cxnLst/>
            <a:rect l="0" t="0" r="0" b="0"/>
            <a:pathLst>
              <a:path w="2210800" h="2431884">
                <a:moveTo>
                  <a:pt x="0" y="2247652"/>
                </a:moveTo>
                <a:cubicBezTo>
                  <a:pt x="0" y="2349398"/>
                  <a:pt x="68732" y="2431884"/>
                  <a:pt x="153523" y="2431884"/>
                </a:cubicBezTo>
                <a:lnTo>
                  <a:pt x="2057276" y="2431884"/>
                </a:lnTo>
                <a:cubicBezTo>
                  <a:pt x="2142067" y="2431884"/>
                  <a:pt x="2210800" y="2349398"/>
                  <a:pt x="2210800" y="2247652"/>
                </a:cubicBezTo>
                <a:lnTo>
                  <a:pt x="2210800" y="184232"/>
                </a:lnTo>
                <a:cubicBezTo>
                  <a:pt x="2210800" y="82486"/>
                  <a:pt x="2128313" y="0"/>
                  <a:pt x="2026567" y="0"/>
                </a:cubicBezTo>
                <a:lnTo>
                  <a:pt x="153523" y="0"/>
                </a:lnTo>
                <a:cubicBezTo>
                  <a:pt x="68732" y="0"/>
                  <a:pt x="0" y="82486"/>
                  <a:pt x="0" y="184232"/>
                </a:cubicBezTo>
                <a:cubicBezTo>
                  <a:pt x="0" y="184232"/>
                  <a:pt x="0" y="250221"/>
                  <a:pt x="0" y="331622"/>
                </a:cubicBezTo>
                <a:lnTo>
                  <a:pt x="0" y="2247652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66599" y="1907234"/>
            <a:ext cx="2210802" cy="2431882"/>
          </a:xfrm>
          <a:custGeom>
            <a:avLst/>
            <a:gdLst/>
            <a:ahLst/>
            <a:cxnLst/>
            <a:rect l="0" t="0" r="0" b="0"/>
            <a:pathLst>
              <a:path w="2210802" h="2431882">
                <a:moveTo>
                  <a:pt x="0" y="184233"/>
                </a:moveTo>
                <a:cubicBezTo>
                  <a:pt x="0" y="82484"/>
                  <a:pt x="68736" y="0"/>
                  <a:pt x="153528" y="0"/>
                </a:cubicBezTo>
                <a:lnTo>
                  <a:pt x="2057274" y="0"/>
                </a:lnTo>
                <a:cubicBezTo>
                  <a:pt x="2142065" y="0"/>
                  <a:pt x="2210802" y="82484"/>
                  <a:pt x="2210802" y="184233"/>
                </a:cubicBezTo>
                <a:moveTo>
                  <a:pt x="2210802" y="184233"/>
                </a:moveTo>
                <a:lnTo>
                  <a:pt x="2210802" y="2247649"/>
                </a:lnTo>
                <a:moveTo>
                  <a:pt x="0" y="2247649"/>
                </a:moveTo>
                <a:lnTo>
                  <a:pt x="0" y="184233"/>
                </a:lnTo>
                <a:moveTo>
                  <a:pt x="0" y="2247649"/>
                </a:moveTo>
                <a:cubicBezTo>
                  <a:pt x="0" y="2349399"/>
                  <a:pt x="68736" y="2431882"/>
                  <a:pt x="153528" y="2431882"/>
                </a:cubicBezTo>
                <a:lnTo>
                  <a:pt x="2057274" y="2431882"/>
                </a:lnTo>
                <a:cubicBezTo>
                  <a:pt x="2142065" y="2431882"/>
                  <a:pt x="2210802" y="2349399"/>
                  <a:pt x="2210802" y="2247649"/>
                </a:cubicBez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77139" y="3196869"/>
            <a:ext cx="1989722" cy="9525"/>
          </a:xfrm>
          <a:custGeom>
            <a:avLst/>
            <a:gdLst/>
            <a:ahLst/>
            <a:cxnLst/>
            <a:rect l="0" t="0" r="0" b="0"/>
            <a:pathLst>
              <a:path w="1989722" h="9525">
                <a:moveTo>
                  <a:pt x="0" y="0"/>
                </a:moveTo>
                <a:lnTo>
                  <a:pt x="1989722" y="0"/>
                </a:ln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7139" y="3579734"/>
            <a:ext cx="110540" cy="110540"/>
          </a:xfrm>
          <a:custGeom>
            <a:avLst/>
            <a:gdLst/>
            <a:ahLst/>
            <a:cxnLst/>
            <a:rect l="0" t="0" r="0" b="0"/>
            <a:pathLst>
              <a:path w="110540" h="110540">
                <a:moveTo>
                  <a:pt x="0" y="55270"/>
                </a:moveTo>
                <a:cubicBezTo>
                  <a:pt x="0" y="85794"/>
                  <a:pt x="24745" y="110540"/>
                  <a:pt x="55270" y="110540"/>
                </a:cubicBezTo>
                <a:cubicBezTo>
                  <a:pt x="85794" y="110540"/>
                  <a:pt x="110540" y="85794"/>
                  <a:pt x="110540" y="55270"/>
                </a:cubicBezTo>
                <a:cubicBezTo>
                  <a:pt x="110540" y="24745"/>
                  <a:pt x="85794" y="0"/>
                  <a:pt x="55270" y="0"/>
                </a:cubicBezTo>
                <a:cubicBezTo>
                  <a:pt x="24745" y="0"/>
                  <a:pt x="0" y="24745"/>
                  <a:pt x="0" y="55270"/>
                </a:cubicBez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19562" y="1907234"/>
            <a:ext cx="2210800" cy="2431884"/>
          </a:xfrm>
          <a:custGeom>
            <a:avLst/>
            <a:gdLst/>
            <a:ahLst/>
            <a:cxnLst/>
            <a:rect l="0" t="0" r="0" b="0"/>
            <a:pathLst>
              <a:path w="2210800" h="2431884">
                <a:moveTo>
                  <a:pt x="0" y="2247652"/>
                </a:moveTo>
                <a:cubicBezTo>
                  <a:pt x="0" y="2349398"/>
                  <a:pt x="68732" y="2431884"/>
                  <a:pt x="153523" y="2431884"/>
                </a:cubicBezTo>
                <a:lnTo>
                  <a:pt x="2057276" y="2431884"/>
                </a:lnTo>
                <a:cubicBezTo>
                  <a:pt x="2142067" y="2431884"/>
                  <a:pt x="2210800" y="2349398"/>
                  <a:pt x="2210800" y="2247652"/>
                </a:cubicBezTo>
                <a:lnTo>
                  <a:pt x="2210800" y="184232"/>
                </a:lnTo>
                <a:cubicBezTo>
                  <a:pt x="2210800" y="82486"/>
                  <a:pt x="2128323" y="0"/>
                  <a:pt x="2026567" y="0"/>
                </a:cubicBezTo>
                <a:lnTo>
                  <a:pt x="153523" y="0"/>
                </a:lnTo>
                <a:cubicBezTo>
                  <a:pt x="68732" y="0"/>
                  <a:pt x="0" y="82486"/>
                  <a:pt x="0" y="184232"/>
                </a:cubicBezTo>
                <a:cubicBezTo>
                  <a:pt x="0" y="184232"/>
                  <a:pt x="0" y="250221"/>
                  <a:pt x="0" y="331622"/>
                </a:cubicBezTo>
                <a:lnTo>
                  <a:pt x="0" y="2247652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19562" y="1907234"/>
            <a:ext cx="2210802" cy="2431882"/>
          </a:xfrm>
          <a:custGeom>
            <a:avLst/>
            <a:gdLst/>
            <a:ahLst/>
            <a:cxnLst/>
            <a:rect l="0" t="0" r="0" b="0"/>
            <a:pathLst>
              <a:path w="2210802" h="2431882">
                <a:moveTo>
                  <a:pt x="0" y="184233"/>
                </a:moveTo>
                <a:cubicBezTo>
                  <a:pt x="0" y="82484"/>
                  <a:pt x="68736" y="0"/>
                  <a:pt x="153528" y="0"/>
                </a:cubicBezTo>
                <a:lnTo>
                  <a:pt x="2057274" y="0"/>
                </a:lnTo>
                <a:cubicBezTo>
                  <a:pt x="2142066" y="0"/>
                  <a:pt x="2210802" y="82484"/>
                  <a:pt x="2210802" y="184233"/>
                </a:cubicBezTo>
                <a:moveTo>
                  <a:pt x="2210802" y="184233"/>
                </a:moveTo>
                <a:lnTo>
                  <a:pt x="2210802" y="2247649"/>
                </a:lnTo>
                <a:moveTo>
                  <a:pt x="0" y="2247649"/>
                </a:moveTo>
                <a:lnTo>
                  <a:pt x="0" y="184233"/>
                </a:lnTo>
                <a:moveTo>
                  <a:pt x="0" y="2247649"/>
                </a:moveTo>
                <a:cubicBezTo>
                  <a:pt x="0" y="2349399"/>
                  <a:pt x="68736" y="2431882"/>
                  <a:pt x="153528" y="2431882"/>
                </a:cubicBezTo>
                <a:lnTo>
                  <a:pt x="2057274" y="2431882"/>
                </a:lnTo>
                <a:cubicBezTo>
                  <a:pt x="2142066" y="2431882"/>
                  <a:pt x="2210802" y="2349399"/>
                  <a:pt x="2210802" y="2247649"/>
                </a:cubicBez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0103" y="3196869"/>
            <a:ext cx="1989722" cy="9525"/>
          </a:xfrm>
          <a:custGeom>
            <a:avLst/>
            <a:gdLst/>
            <a:ahLst/>
            <a:cxnLst/>
            <a:rect l="0" t="0" r="0" b="0"/>
            <a:pathLst>
              <a:path w="1989722" h="9525">
                <a:moveTo>
                  <a:pt x="0" y="0"/>
                </a:moveTo>
                <a:lnTo>
                  <a:pt x="1989722" y="0"/>
                </a:ln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0103" y="3579734"/>
            <a:ext cx="110540" cy="110540"/>
          </a:xfrm>
          <a:custGeom>
            <a:avLst/>
            <a:gdLst/>
            <a:ahLst/>
            <a:cxnLst/>
            <a:rect l="0" t="0" r="0" b="0"/>
            <a:pathLst>
              <a:path w="110540" h="110540">
                <a:moveTo>
                  <a:pt x="0" y="55270"/>
                </a:moveTo>
                <a:cubicBezTo>
                  <a:pt x="0" y="85794"/>
                  <a:pt x="24745" y="110540"/>
                  <a:pt x="55270" y="110540"/>
                </a:cubicBezTo>
                <a:cubicBezTo>
                  <a:pt x="85794" y="110540"/>
                  <a:pt x="110540" y="85794"/>
                  <a:pt x="110540" y="55270"/>
                </a:cubicBezTo>
                <a:cubicBezTo>
                  <a:pt x="110540" y="24745"/>
                  <a:pt x="85794" y="0"/>
                  <a:pt x="55270" y="0"/>
                </a:cubicBezTo>
                <a:cubicBezTo>
                  <a:pt x="24745" y="0"/>
                  <a:pt x="0" y="24745"/>
                  <a:pt x="0" y="55270"/>
                </a:cubicBezTo>
              </a:path>
            </a:pathLst>
          </a:custGeom>
          <a:noFill/>
          <a:ln w="27631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6" name="Group 15"/>
          <p:cNvGrpSpPr/>
          <p:nvPr/>
        </p:nvGrpSpPr>
        <p:grpSpPr>
          <a:xfrm>
            <a:off x="1919037" y="1649308"/>
            <a:ext cx="2739390" cy="2947797"/>
            <a:chOff x="1919036" y="1474389"/>
            <a:chExt cx="2739390" cy="2947797"/>
          </a:xfrm>
        </p:grpSpPr>
        <p:sp>
          <p:nvSpPr>
            <p:cNvPr id="14" name="Rounded Rectangle 13"/>
            <p:cNvSpPr/>
            <p:nvPr/>
          </p:nvSpPr>
          <p:spPr>
            <a:xfrm>
              <a:off x="1919036" y="1474389"/>
              <a:ext cx="2652998" cy="2947797"/>
            </a:xfrm>
            <a:custGeom>
              <a:avLst/>
              <a:gdLst/>
              <a:ahLst/>
              <a:cxnLst/>
              <a:rect l="0" t="0" r="0" b="0"/>
              <a:pathLst>
                <a:path w="2652998" h="2947797">
                  <a:moveTo>
                    <a:pt x="0" y="2689860"/>
                  </a:moveTo>
                  <a:lnTo>
                    <a:pt x="0" y="2833497"/>
                  </a:lnTo>
                  <a:cubicBezTo>
                    <a:pt x="0" y="2896647"/>
                    <a:pt x="51149" y="2947797"/>
                    <a:pt x="114300" y="2947797"/>
                  </a:cubicBezTo>
                  <a:lnTo>
                    <a:pt x="1184528" y="2947797"/>
                  </a:lnTo>
                  <a:cubicBezTo>
                    <a:pt x="1247679" y="2947797"/>
                    <a:pt x="1298828" y="2896647"/>
                    <a:pt x="1298828" y="2833497"/>
                  </a:cubicBezTo>
                  <a:lnTo>
                    <a:pt x="1298828" y="114300"/>
                  </a:lnTo>
                  <a:cubicBezTo>
                    <a:pt x="1298828" y="51149"/>
                    <a:pt x="1349978" y="0"/>
                    <a:pt x="1413128" y="0"/>
                  </a:cubicBezTo>
                  <a:lnTo>
                    <a:pt x="2538698" y="0"/>
                  </a:lnTo>
                  <a:cubicBezTo>
                    <a:pt x="2601753" y="0"/>
                    <a:pt x="2652998" y="51149"/>
                    <a:pt x="2652998" y="114300"/>
                  </a:cubicBezTo>
                  <a:lnTo>
                    <a:pt x="2652998" y="231457"/>
                  </a:lnTo>
                </a:path>
              </a:pathLst>
            </a:custGeom>
            <a:noFill/>
            <a:ln w="27631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486024" y="1626789"/>
              <a:ext cx="172402" cy="85725"/>
            </a:xfrm>
            <a:custGeom>
              <a:avLst/>
              <a:gdLst/>
              <a:ahLst/>
              <a:cxnLst/>
              <a:rect l="0" t="0" r="0" b="0"/>
              <a:pathLst>
                <a:path w="172402" h="85725">
                  <a:moveTo>
                    <a:pt x="0" y="0"/>
                  </a:moveTo>
                  <a:lnTo>
                    <a:pt x="85725" y="85725"/>
                  </a:lnTo>
                  <a:lnTo>
                    <a:pt x="172402" y="0"/>
                  </a:lnTo>
                </a:path>
              </a:pathLst>
            </a:custGeom>
            <a:noFill/>
            <a:ln w="27631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572001" y="1649308"/>
            <a:ext cx="2739389" cy="2947797"/>
            <a:chOff x="4572000" y="1474389"/>
            <a:chExt cx="2739389" cy="2947797"/>
          </a:xfrm>
        </p:grpSpPr>
        <p:sp>
          <p:nvSpPr>
            <p:cNvPr id="17" name="Rounded Rectangle 16"/>
            <p:cNvSpPr/>
            <p:nvPr/>
          </p:nvSpPr>
          <p:spPr>
            <a:xfrm>
              <a:off x="4572000" y="1474389"/>
              <a:ext cx="2652998" cy="2947797"/>
            </a:xfrm>
            <a:custGeom>
              <a:avLst/>
              <a:gdLst/>
              <a:ahLst/>
              <a:cxnLst/>
              <a:rect l="0" t="0" r="0" b="0"/>
              <a:pathLst>
                <a:path w="2652998" h="2947797">
                  <a:moveTo>
                    <a:pt x="0" y="2689860"/>
                  </a:moveTo>
                  <a:lnTo>
                    <a:pt x="0" y="2833497"/>
                  </a:lnTo>
                  <a:cubicBezTo>
                    <a:pt x="0" y="2896647"/>
                    <a:pt x="51149" y="2947797"/>
                    <a:pt x="114300" y="2947797"/>
                  </a:cubicBezTo>
                  <a:lnTo>
                    <a:pt x="1184529" y="2947797"/>
                  </a:lnTo>
                  <a:cubicBezTo>
                    <a:pt x="1247679" y="2947797"/>
                    <a:pt x="1298829" y="2896647"/>
                    <a:pt x="1298829" y="2833497"/>
                  </a:cubicBezTo>
                  <a:lnTo>
                    <a:pt x="1298829" y="114300"/>
                  </a:lnTo>
                  <a:cubicBezTo>
                    <a:pt x="1298829" y="51149"/>
                    <a:pt x="1349978" y="0"/>
                    <a:pt x="1413129" y="0"/>
                  </a:cubicBezTo>
                  <a:lnTo>
                    <a:pt x="2538698" y="0"/>
                  </a:lnTo>
                  <a:cubicBezTo>
                    <a:pt x="2601753" y="0"/>
                    <a:pt x="2652998" y="51149"/>
                    <a:pt x="2652998" y="114300"/>
                  </a:cubicBezTo>
                  <a:lnTo>
                    <a:pt x="2652998" y="231457"/>
                  </a:lnTo>
                </a:path>
              </a:pathLst>
            </a:custGeom>
            <a:noFill/>
            <a:ln w="27631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138987" y="1626789"/>
              <a:ext cx="172402" cy="85725"/>
            </a:xfrm>
            <a:custGeom>
              <a:avLst/>
              <a:gdLst/>
              <a:ahLst/>
              <a:cxnLst/>
              <a:rect l="0" t="0" r="0" b="0"/>
              <a:pathLst>
                <a:path w="172402" h="85725">
                  <a:moveTo>
                    <a:pt x="0" y="0"/>
                  </a:moveTo>
                  <a:lnTo>
                    <a:pt x="85725" y="85725"/>
                  </a:lnTo>
                  <a:lnTo>
                    <a:pt x="172402" y="0"/>
                  </a:lnTo>
                </a:path>
              </a:pathLst>
            </a:custGeom>
            <a:noFill/>
            <a:ln w="27631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6904564" y="2095972"/>
            <a:ext cx="644528" cy="654948"/>
          </a:xfrm>
          <a:custGeom>
            <a:avLst/>
            <a:gdLst/>
            <a:ahLst/>
            <a:cxnLst/>
            <a:rect l="0" t="0" r="0" b="0"/>
            <a:pathLst>
              <a:path w="644528" h="654948">
                <a:moveTo>
                  <a:pt x="555879" y="293150"/>
                </a:moveTo>
                <a:cubicBezTo>
                  <a:pt x="545553" y="289007"/>
                  <a:pt x="533742" y="291484"/>
                  <a:pt x="525951" y="299427"/>
                </a:cubicBezTo>
                <a:lnTo>
                  <a:pt x="470820" y="354558"/>
                </a:lnTo>
                <a:cubicBezTo>
                  <a:pt x="462915" y="362464"/>
                  <a:pt x="460552" y="374342"/>
                  <a:pt x="464829" y="384667"/>
                </a:cubicBezTo>
                <a:cubicBezTo>
                  <a:pt x="469106" y="394992"/>
                  <a:pt x="479183" y="401726"/>
                  <a:pt x="490356" y="401726"/>
                </a:cubicBezTo>
                <a:lnTo>
                  <a:pt x="517988" y="401726"/>
                </a:lnTo>
                <a:lnTo>
                  <a:pt x="517988" y="503567"/>
                </a:lnTo>
                <a:cubicBezTo>
                  <a:pt x="517988" y="518826"/>
                  <a:pt x="530361" y="531199"/>
                  <a:pt x="545630" y="531199"/>
                </a:cubicBezTo>
                <a:cubicBezTo>
                  <a:pt x="560889" y="531199"/>
                  <a:pt x="573262" y="518826"/>
                  <a:pt x="573262" y="503567"/>
                </a:cubicBezTo>
                <a:lnTo>
                  <a:pt x="573262" y="401726"/>
                </a:lnTo>
                <a:lnTo>
                  <a:pt x="600894" y="401726"/>
                </a:lnTo>
                <a:cubicBezTo>
                  <a:pt x="612066" y="401726"/>
                  <a:pt x="622144" y="394992"/>
                  <a:pt x="626421" y="384667"/>
                </a:cubicBezTo>
                <a:cubicBezTo>
                  <a:pt x="630697" y="374342"/>
                  <a:pt x="628335" y="362464"/>
                  <a:pt x="620429" y="354558"/>
                </a:cubicBezTo>
                <a:lnTo>
                  <a:pt x="565165" y="299285"/>
                </a:lnTo>
                <a:cubicBezTo>
                  <a:pt x="562527" y="296637"/>
                  <a:pt x="559374" y="294551"/>
                  <a:pt x="555907" y="293150"/>
                </a:cubicBezTo>
                <a:moveTo>
                  <a:pt x="644528" y="120957"/>
                </a:moveTo>
                <a:cubicBezTo>
                  <a:pt x="644509" y="119262"/>
                  <a:pt x="643813" y="117643"/>
                  <a:pt x="642594" y="116462"/>
                </a:cubicBezTo>
                <a:cubicBezTo>
                  <a:pt x="641375" y="115271"/>
                  <a:pt x="639737" y="114623"/>
                  <a:pt x="638041" y="114652"/>
                </a:cubicBezTo>
                <a:cubicBezTo>
                  <a:pt x="636917" y="114680"/>
                  <a:pt x="635812" y="115004"/>
                  <a:pt x="634860" y="115595"/>
                </a:cubicBezTo>
                <a:cubicBezTo>
                  <a:pt x="607818" y="131264"/>
                  <a:pt x="576986" y="139188"/>
                  <a:pt x="545734" y="138503"/>
                </a:cubicBezTo>
                <a:cubicBezTo>
                  <a:pt x="514492" y="139217"/>
                  <a:pt x="483660" y="131283"/>
                  <a:pt x="456638" y="115566"/>
                </a:cubicBezTo>
                <a:cubicBezTo>
                  <a:pt x="454571" y="114433"/>
                  <a:pt x="452075" y="114433"/>
                  <a:pt x="450008" y="115566"/>
                </a:cubicBezTo>
                <a:cubicBezTo>
                  <a:pt x="448008" y="116738"/>
                  <a:pt x="446760" y="118862"/>
                  <a:pt x="446722" y="121177"/>
                </a:cubicBezTo>
                <a:lnTo>
                  <a:pt x="446722" y="203673"/>
                </a:lnTo>
                <a:cubicBezTo>
                  <a:pt x="446722" y="227599"/>
                  <a:pt x="487451" y="254603"/>
                  <a:pt x="545734" y="254603"/>
                </a:cubicBezTo>
                <a:cubicBezTo>
                  <a:pt x="604046" y="254603"/>
                  <a:pt x="644528" y="229123"/>
                  <a:pt x="644528" y="203673"/>
                </a:cubicBezTo>
                <a:lnTo>
                  <a:pt x="644528" y="120957"/>
                </a:lnTo>
                <a:moveTo>
                  <a:pt x="446722" y="50930"/>
                </a:moveTo>
                <a:cubicBezTo>
                  <a:pt x="446722" y="74866"/>
                  <a:pt x="487451" y="101831"/>
                  <a:pt x="545734" y="101831"/>
                </a:cubicBezTo>
                <a:cubicBezTo>
                  <a:pt x="604046" y="101831"/>
                  <a:pt x="644528" y="74866"/>
                  <a:pt x="644528" y="50930"/>
                </a:cubicBezTo>
                <a:cubicBezTo>
                  <a:pt x="644528" y="26993"/>
                  <a:pt x="604046" y="0"/>
                  <a:pt x="545734" y="0"/>
                </a:cubicBezTo>
                <a:cubicBezTo>
                  <a:pt x="487422" y="0"/>
                  <a:pt x="446722" y="26993"/>
                  <a:pt x="446722" y="50930"/>
                </a:cubicBezTo>
                <a:moveTo>
                  <a:pt x="127587" y="568232"/>
                </a:moveTo>
                <a:cubicBezTo>
                  <a:pt x="85058" y="610952"/>
                  <a:pt x="42529" y="610952"/>
                  <a:pt x="0" y="610952"/>
                </a:cubicBezTo>
                <a:lnTo>
                  <a:pt x="0" y="654948"/>
                </a:lnTo>
                <a:lnTo>
                  <a:pt x="640775" y="654948"/>
                </a:lnTo>
                <a:lnTo>
                  <a:pt x="640775" y="610923"/>
                </a:lnTo>
                <a:cubicBezTo>
                  <a:pt x="598274" y="610923"/>
                  <a:pt x="555736" y="610923"/>
                  <a:pt x="513206" y="568204"/>
                </a:cubicBezTo>
                <a:cubicBezTo>
                  <a:pt x="470649" y="610923"/>
                  <a:pt x="428148" y="610923"/>
                  <a:pt x="416794" y="610923"/>
                </a:cubicBezTo>
                <a:cubicBezTo>
                  <a:pt x="405460" y="610923"/>
                  <a:pt x="362931" y="610923"/>
                  <a:pt x="320401" y="568204"/>
                </a:cubicBezTo>
                <a:cubicBezTo>
                  <a:pt x="277872" y="610923"/>
                  <a:pt x="235343" y="610923"/>
                  <a:pt x="224008" y="610923"/>
                </a:cubicBezTo>
                <a:cubicBezTo>
                  <a:pt x="212674" y="610923"/>
                  <a:pt x="170116" y="610923"/>
                  <a:pt x="127587" y="568204"/>
                </a:cubicBezTo>
                <a:moveTo>
                  <a:pt x="47920" y="506358"/>
                </a:moveTo>
                <a:cubicBezTo>
                  <a:pt x="55016" y="513483"/>
                  <a:pt x="58616" y="520588"/>
                  <a:pt x="58693" y="531142"/>
                </a:cubicBezTo>
                <a:cubicBezTo>
                  <a:pt x="58645" y="541753"/>
                  <a:pt x="55044" y="548887"/>
                  <a:pt x="47920" y="556012"/>
                </a:cubicBezTo>
                <a:lnTo>
                  <a:pt x="35537" y="568394"/>
                </a:lnTo>
                <a:cubicBezTo>
                  <a:pt x="58940" y="566185"/>
                  <a:pt x="77876" y="559412"/>
                  <a:pt x="98212" y="538991"/>
                </a:cubicBezTo>
                <a:cubicBezTo>
                  <a:pt x="112747" y="524389"/>
                  <a:pt x="135788" y="522674"/>
                  <a:pt x="152323" y="534962"/>
                </a:cubicBezTo>
                <a:cubicBezTo>
                  <a:pt x="152247" y="533723"/>
                  <a:pt x="152199" y="532495"/>
                  <a:pt x="152180" y="531256"/>
                </a:cubicBezTo>
                <a:cubicBezTo>
                  <a:pt x="152352" y="495414"/>
                  <a:pt x="181060" y="463219"/>
                  <a:pt x="220522" y="463219"/>
                </a:cubicBezTo>
                <a:cubicBezTo>
                  <a:pt x="256346" y="463219"/>
                  <a:pt x="288617" y="491794"/>
                  <a:pt x="288836" y="531113"/>
                </a:cubicBezTo>
                <a:cubicBezTo>
                  <a:pt x="288836" y="534847"/>
                  <a:pt x="288512" y="538467"/>
                  <a:pt x="287959" y="541982"/>
                </a:cubicBezTo>
                <a:cubicBezTo>
                  <a:pt x="288978" y="541010"/>
                  <a:pt x="289998" y="540038"/>
                  <a:pt x="291026" y="538991"/>
                </a:cubicBezTo>
                <a:cubicBezTo>
                  <a:pt x="298799" y="531180"/>
                  <a:pt x="309372" y="526789"/>
                  <a:pt x="320401" y="526789"/>
                </a:cubicBezTo>
                <a:cubicBezTo>
                  <a:pt x="331422" y="526789"/>
                  <a:pt x="341995" y="531180"/>
                  <a:pt x="349777" y="538991"/>
                </a:cubicBezTo>
                <a:cubicBezTo>
                  <a:pt x="375923" y="565242"/>
                  <a:pt x="400621" y="568918"/>
                  <a:pt x="411870" y="569423"/>
                </a:cubicBezTo>
                <a:lnTo>
                  <a:pt x="393077" y="556012"/>
                </a:lnTo>
                <a:cubicBezTo>
                  <a:pt x="386010" y="548916"/>
                  <a:pt x="382409" y="541810"/>
                  <a:pt x="382304" y="531228"/>
                </a:cubicBezTo>
                <a:cubicBezTo>
                  <a:pt x="382381" y="520617"/>
                  <a:pt x="385981" y="513483"/>
                  <a:pt x="393077" y="506358"/>
                </a:cubicBezTo>
                <a:lnTo>
                  <a:pt x="418280" y="488394"/>
                </a:lnTo>
                <a:cubicBezTo>
                  <a:pt x="429063" y="477612"/>
                  <a:pt x="432654" y="463248"/>
                  <a:pt x="425472" y="448846"/>
                </a:cubicBezTo>
                <a:cubicBezTo>
                  <a:pt x="418280" y="434473"/>
                  <a:pt x="403917" y="427262"/>
                  <a:pt x="389515" y="427262"/>
                </a:cubicBezTo>
                <a:lnTo>
                  <a:pt x="364340" y="427262"/>
                </a:lnTo>
                <a:cubicBezTo>
                  <a:pt x="357158" y="427262"/>
                  <a:pt x="346376" y="423671"/>
                  <a:pt x="339194" y="416490"/>
                </a:cubicBezTo>
                <a:cubicBezTo>
                  <a:pt x="331974" y="409298"/>
                  <a:pt x="328383" y="402116"/>
                  <a:pt x="328383" y="391315"/>
                </a:cubicBezTo>
                <a:lnTo>
                  <a:pt x="328383" y="366160"/>
                </a:lnTo>
                <a:cubicBezTo>
                  <a:pt x="328383" y="348148"/>
                  <a:pt x="321202" y="337365"/>
                  <a:pt x="306828" y="330184"/>
                </a:cubicBezTo>
                <a:cubicBezTo>
                  <a:pt x="292436" y="322992"/>
                  <a:pt x="278034" y="326593"/>
                  <a:pt x="267261" y="337365"/>
                </a:cubicBezTo>
                <a:lnTo>
                  <a:pt x="249297" y="355330"/>
                </a:lnTo>
                <a:cubicBezTo>
                  <a:pt x="242106" y="362511"/>
                  <a:pt x="234896" y="366131"/>
                  <a:pt x="224123" y="366131"/>
                </a:cubicBezTo>
                <a:cubicBezTo>
                  <a:pt x="213340" y="366131"/>
                  <a:pt x="206159" y="362540"/>
                  <a:pt x="198948" y="355358"/>
                </a:cubicBezTo>
                <a:lnTo>
                  <a:pt x="180984" y="337394"/>
                </a:lnTo>
                <a:cubicBezTo>
                  <a:pt x="170173" y="326593"/>
                  <a:pt x="155809" y="322992"/>
                  <a:pt x="141408" y="330184"/>
                </a:cubicBezTo>
                <a:cubicBezTo>
                  <a:pt x="127034" y="337365"/>
                  <a:pt x="119853" y="351739"/>
                  <a:pt x="119853" y="366131"/>
                </a:cubicBezTo>
                <a:lnTo>
                  <a:pt x="119853" y="391286"/>
                </a:lnTo>
                <a:cubicBezTo>
                  <a:pt x="119853" y="398497"/>
                  <a:pt x="116262" y="409270"/>
                  <a:pt x="109070" y="416490"/>
                </a:cubicBezTo>
                <a:cubicBezTo>
                  <a:pt x="101860" y="423671"/>
                  <a:pt x="94678" y="427262"/>
                  <a:pt x="83867" y="427262"/>
                </a:cubicBezTo>
                <a:lnTo>
                  <a:pt x="58721" y="427262"/>
                </a:lnTo>
                <a:cubicBezTo>
                  <a:pt x="40728" y="427262"/>
                  <a:pt x="29956" y="434454"/>
                  <a:pt x="22745" y="448818"/>
                </a:cubicBezTo>
                <a:cubicBezTo>
                  <a:pt x="15554" y="463219"/>
                  <a:pt x="19154" y="477583"/>
                  <a:pt x="29927" y="488394"/>
                </a:cubicBezTo>
                <a:lnTo>
                  <a:pt x="47920" y="506358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44438" y="2117441"/>
            <a:ext cx="657329" cy="613057"/>
          </a:xfrm>
          <a:custGeom>
            <a:avLst/>
            <a:gdLst/>
            <a:ahLst/>
            <a:cxnLst/>
            <a:rect l="0" t="0" r="0" b="0"/>
            <a:pathLst>
              <a:path w="657329" h="613057">
                <a:moveTo>
                  <a:pt x="453437" y="27641"/>
                </a:moveTo>
                <a:cubicBezTo>
                  <a:pt x="453437" y="12372"/>
                  <a:pt x="465810" y="0"/>
                  <a:pt x="481079" y="0"/>
                </a:cubicBezTo>
                <a:lnTo>
                  <a:pt x="629697" y="0"/>
                </a:lnTo>
                <a:cubicBezTo>
                  <a:pt x="644956" y="0"/>
                  <a:pt x="657329" y="12372"/>
                  <a:pt x="657329" y="27641"/>
                </a:cubicBezTo>
                <a:lnTo>
                  <a:pt x="657329" y="145827"/>
                </a:lnTo>
                <a:cubicBezTo>
                  <a:pt x="657329" y="161096"/>
                  <a:pt x="644956" y="173469"/>
                  <a:pt x="629697" y="173469"/>
                </a:cubicBezTo>
                <a:lnTo>
                  <a:pt x="508711" y="173469"/>
                </a:lnTo>
                <a:lnTo>
                  <a:pt x="508711" y="557784"/>
                </a:lnTo>
                <a:lnTo>
                  <a:pt x="629697" y="557784"/>
                </a:lnTo>
                <a:cubicBezTo>
                  <a:pt x="644956" y="557784"/>
                  <a:pt x="657329" y="570156"/>
                  <a:pt x="657329" y="585425"/>
                </a:cubicBezTo>
                <a:cubicBezTo>
                  <a:pt x="657329" y="600684"/>
                  <a:pt x="644956" y="613057"/>
                  <a:pt x="629697" y="613057"/>
                </a:cubicBezTo>
                <a:lnTo>
                  <a:pt x="481079" y="613057"/>
                </a:lnTo>
                <a:cubicBezTo>
                  <a:pt x="465810" y="613057"/>
                  <a:pt x="453437" y="600684"/>
                  <a:pt x="453437" y="585425"/>
                </a:cubicBezTo>
                <a:lnTo>
                  <a:pt x="453437" y="27641"/>
                </a:lnTo>
                <a:moveTo>
                  <a:pt x="0" y="63150"/>
                </a:moveTo>
                <a:cubicBezTo>
                  <a:pt x="0" y="47882"/>
                  <a:pt x="12372" y="35509"/>
                  <a:pt x="27641" y="35509"/>
                </a:cubicBezTo>
                <a:lnTo>
                  <a:pt x="178527" y="35509"/>
                </a:lnTo>
                <a:cubicBezTo>
                  <a:pt x="193786" y="35509"/>
                  <a:pt x="206159" y="47882"/>
                  <a:pt x="206159" y="63150"/>
                </a:cubicBezTo>
                <a:lnTo>
                  <a:pt x="206159" y="548144"/>
                </a:lnTo>
                <a:cubicBezTo>
                  <a:pt x="206159" y="563403"/>
                  <a:pt x="193786" y="575776"/>
                  <a:pt x="178527" y="575776"/>
                </a:cubicBezTo>
                <a:lnTo>
                  <a:pt x="27641" y="575776"/>
                </a:lnTo>
                <a:cubicBezTo>
                  <a:pt x="12372" y="575776"/>
                  <a:pt x="0" y="563403"/>
                  <a:pt x="0" y="548144"/>
                </a:cubicBezTo>
                <a:lnTo>
                  <a:pt x="0" y="63150"/>
                </a:lnTo>
                <a:moveTo>
                  <a:pt x="55273" y="414108"/>
                </a:moveTo>
                <a:lnTo>
                  <a:pt x="55273" y="520512"/>
                </a:lnTo>
                <a:lnTo>
                  <a:pt x="150895" y="520512"/>
                </a:lnTo>
                <a:lnTo>
                  <a:pt x="150895" y="414108"/>
                </a:lnTo>
                <a:lnTo>
                  <a:pt x="55273" y="414108"/>
                </a:lnTo>
                <a:moveTo>
                  <a:pt x="150895" y="358844"/>
                </a:moveTo>
                <a:lnTo>
                  <a:pt x="150895" y="252450"/>
                </a:lnTo>
                <a:lnTo>
                  <a:pt x="55273" y="252450"/>
                </a:lnTo>
                <a:lnTo>
                  <a:pt x="55273" y="358844"/>
                </a:lnTo>
                <a:lnTo>
                  <a:pt x="150895" y="358844"/>
                </a:lnTo>
                <a:moveTo>
                  <a:pt x="150895" y="90782"/>
                </a:moveTo>
                <a:lnTo>
                  <a:pt x="55273" y="90782"/>
                </a:lnTo>
                <a:lnTo>
                  <a:pt x="55273" y="197177"/>
                </a:lnTo>
                <a:lnTo>
                  <a:pt x="150895" y="197177"/>
                </a:lnTo>
                <a:lnTo>
                  <a:pt x="150895" y="90782"/>
                </a:lnTo>
                <a:moveTo>
                  <a:pt x="254327" y="305647"/>
                </a:moveTo>
                <a:cubicBezTo>
                  <a:pt x="254327" y="290379"/>
                  <a:pt x="266700" y="278006"/>
                  <a:pt x="281968" y="278006"/>
                </a:cubicBezTo>
                <a:lnTo>
                  <a:pt x="306009" y="278006"/>
                </a:lnTo>
                <a:lnTo>
                  <a:pt x="306009" y="249545"/>
                </a:lnTo>
                <a:cubicBezTo>
                  <a:pt x="306009" y="238372"/>
                  <a:pt x="312743" y="228295"/>
                  <a:pt x="323068" y="224018"/>
                </a:cubicBezTo>
                <a:cubicBezTo>
                  <a:pt x="333394" y="219741"/>
                  <a:pt x="345281" y="222103"/>
                  <a:pt x="353177" y="230009"/>
                </a:cubicBezTo>
                <a:lnTo>
                  <a:pt x="409136" y="285969"/>
                </a:lnTo>
                <a:cubicBezTo>
                  <a:pt x="411518" y="288293"/>
                  <a:pt x="413442" y="291026"/>
                  <a:pt x="414832" y="294036"/>
                </a:cubicBezTo>
                <a:cubicBezTo>
                  <a:pt x="419766" y="304628"/>
                  <a:pt x="417480" y="317172"/>
                  <a:pt x="409136" y="325345"/>
                </a:cubicBezTo>
                <a:lnTo>
                  <a:pt x="353177" y="381285"/>
                </a:lnTo>
                <a:cubicBezTo>
                  <a:pt x="345281" y="389181"/>
                  <a:pt x="333394" y="391544"/>
                  <a:pt x="323068" y="387267"/>
                </a:cubicBezTo>
                <a:cubicBezTo>
                  <a:pt x="312743" y="382990"/>
                  <a:pt x="306009" y="372922"/>
                  <a:pt x="306009" y="361740"/>
                </a:cubicBezTo>
                <a:lnTo>
                  <a:pt x="306009" y="333279"/>
                </a:lnTo>
                <a:lnTo>
                  <a:pt x="281968" y="333279"/>
                </a:lnTo>
                <a:cubicBezTo>
                  <a:pt x="266700" y="333279"/>
                  <a:pt x="254327" y="320906"/>
                  <a:pt x="254327" y="305647"/>
                </a:cubicBezTo>
                <a:moveTo>
                  <a:pt x="603942" y="344643"/>
                </a:moveTo>
                <a:cubicBezTo>
                  <a:pt x="588673" y="344643"/>
                  <a:pt x="576310" y="357016"/>
                  <a:pt x="576310" y="372275"/>
                </a:cubicBezTo>
                <a:cubicBezTo>
                  <a:pt x="576310" y="387534"/>
                  <a:pt x="588673" y="399907"/>
                  <a:pt x="603942" y="399907"/>
                </a:cubicBezTo>
                <a:lnTo>
                  <a:pt x="629697" y="399907"/>
                </a:lnTo>
                <a:cubicBezTo>
                  <a:pt x="644956" y="399907"/>
                  <a:pt x="657329" y="387534"/>
                  <a:pt x="657329" y="372275"/>
                </a:cubicBezTo>
                <a:cubicBezTo>
                  <a:pt x="657329" y="357016"/>
                  <a:pt x="644956" y="344643"/>
                  <a:pt x="629697" y="344643"/>
                </a:cubicBezTo>
                <a:lnTo>
                  <a:pt x="603913" y="344643"/>
                </a:lnTo>
                <a:moveTo>
                  <a:pt x="550573" y="478859"/>
                </a:moveTo>
                <a:cubicBezTo>
                  <a:pt x="550573" y="494128"/>
                  <a:pt x="562946" y="506501"/>
                  <a:pt x="578215" y="506501"/>
                </a:cubicBezTo>
                <a:lnTo>
                  <a:pt x="629697" y="506501"/>
                </a:lnTo>
                <a:cubicBezTo>
                  <a:pt x="644956" y="506501"/>
                  <a:pt x="657329" y="494128"/>
                  <a:pt x="657329" y="478859"/>
                </a:cubicBezTo>
                <a:cubicBezTo>
                  <a:pt x="657329" y="463600"/>
                  <a:pt x="644956" y="451227"/>
                  <a:pt x="629697" y="451227"/>
                </a:cubicBezTo>
                <a:lnTo>
                  <a:pt x="578215" y="451227"/>
                </a:lnTo>
                <a:cubicBezTo>
                  <a:pt x="562946" y="451227"/>
                  <a:pt x="550573" y="463600"/>
                  <a:pt x="550573" y="478859"/>
                </a:cubicBezTo>
                <a:moveTo>
                  <a:pt x="578215" y="238077"/>
                </a:moveTo>
                <a:cubicBezTo>
                  <a:pt x="562946" y="238077"/>
                  <a:pt x="550573" y="250450"/>
                  <a:pt x="550573" y="265709"/>
                </a:cubicBezTo>
                <a:cubicBezTo>
                  <a:pt x="550573" y="280977"/>
                  <a:pt x="562946" y="293350"/>
                  <a:pt x="578215" y="293350"/>
                </a:cubicBezTo>
                <a:lnTo>
                  <a:pt x="629697" y="293350"/>
                </a:lnTo>
                <a:cubicBezTo>
                  <a:pt x="644956" y="293350"/>
                  <a:pt x="657329" y="280977"/>
                  <a:pt x="657329" y="265709"/>
                </a:cubicBezTo>
                <a:cubicBezTo>
                  <a:pt x="657329" y="250450"/>
                  <a:pt x="644956" y="238077"/>
                  <a:pt x="629697" y="238077"/>
                </a:cubicBezTo>
                <a:lnTo>
                  <a:pt x="578215" y="238077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92389" y="2095972"/>
            <a:ext cx="652081" cy="654948"/>
          </a:xfrm>
          <a:custGeom>
            <a:avLst/>
            <a:gdLst/>
            <a:ahLst/>
            <a:cxnLst/>
            <a:rect l="0" t="0" r="0" b="0"/>
            <a:pathLst>
              <a:path w="652081" h="654948">
                <a:moveTo>
                  <a:pt x="93240" y="91801"/>
                </a:moveTo>
                <a:cubicBezTo>
                  <a:pt x="40709" y="91801"/>
                  <a:pt x="3981" y="67484"/>
                  <a:pt x="3981" y="45929"/>
                </a:cubicBezTo>
                <a:cubicBezTo>
                  <a:pt x="3981" y="24345"/>
                  <a:pt x="40709" y="0"/>
                  <a:pt x="93240" y="0"/>
                </a:cubicBezTo>
                <a:cubicBezTo>
                  <a:pt x="145808" y="0"/>
                  <a:pt x="182279" y="24317"/>
                  <a:pt x="182279" y="45900"/>
                </a:cubicBezTo>
                <a:cubicBezTo>
                  <a:pt x="182279" y="67456"/>
                  <a:pt x="145808" y="91773"/>
                  <a:pt x="93240" y="91773"/>
                </a:cubicBezTo>
                <a:moveTo>
                  <a:pt x="182279" y="108994"/>
                </a:moveTo>
                <a:cubicBezTo>
                  <a:pt x="182241" y="106937"/>
                  <a:pt x="181108" y="105051"/>
                  <a:pt x="179308" y="104060"/>
                </a:cubicBezTo>
                <a:cubicBezTo>
                  <a:pt x="177507" y="103070"/>
                  <a:pt x="175307" y="103117"/>
                  <a:pt x="173555" y="104184"/>
                </a:cubicBezTo>
                <a:cubicBezTo>
                  <a:pt x="149180" y="118300"/>
                  <a:pt x="121396" y="125444"/>
                  <a:pt x="93240" y="124825"/>
                </a:cubicBezTo>
                <a:cubicBezTo>
                  <a:pt x="65084" y="125482"/>
                  <a:pt x="37290" y="118338"/>
                  <a:pt x="12934" y="104184"/>
                </a:cubicBezTo>
                <a:cubicBezTo>
                  <a:pt x="11077" y="103165"/>
                  <a:pt x="8820" y="103165"/>
                  <a:pt x="6962" y="104184"/>
                </a:cubicBezTo>
                <a:cubicBezTo>
                  <a:pt x="5153" y="105232"/>
                  <a:pt x="4019" y="107146"/>
                  <a:pt x="3981" y="109242"/>
                </a:cubicBezTo>
                <a:lnTo>
                  <a:pt x="3981" y="183575"/>
                </a:lnTo>
                <a:cubicBezTo>
                  <a:pt x="3981" y="205130"/>
                  <a:pt x="40709" y="229457"/>
                  <a:pt x="93240" y="229457"/>
                </a:cubicBezTo>
                <a:cubicBezTo>
                  <a:pt x="145808" y="229457"/>
                  <a:pt x="182279" y="206511"/>
                  <a:pt x="182279" y="183575"/>
                </a:cubicBezTo>
                <a:lnTo>
                  <a:pt x="182279" y="108994"/>
                </a:lnTo>
                <a:moveTo>
                  <a:pt x="93135" y="266452"/>
                </a:moveTo>
                <a:cubicBezTo>
                  <a:pt x="77866" y="266452"/>
                  <a:pt x="65493" y="278825"/>
                  <a:pt x="65493" y="294093"/>
                </a:cubicBezTo>
                <a:lnTo>
                  <a:pt x="65493" y="346290"/>
                </a:lnTo>
                <a:cubicBezTo>
                  <a:pt x="65493" y="354596"/>
                  <a:pt x="69227" y="362464"/>
                  <a:pt x="75666" y="367712"/>
                </a:cubicBezTo>
                <a:lnTo>
                  <a:pt x="126930" y="409470"/>
                </a:lnTo>
                <a:cubicBezTo>
                  <a:pt x="138760" y="419109"/>
                  <a:pt x="156162" y="417347"/>
                  <a:pt x="165811" y="405517"/>
                </a:cubicBezTo>
                <a:cubicBezTo>
                  <a:pt x="175460" y="393687"/>
                  <a:pt x="173688" y="376275"/>
                  <a:pt x="161858" y="366636"/>
                </a:cubicBezTo>
                <a:lnTo>
                  <a:pt x="120767" y="333165"/>
                </a:lnTo>
                <a:lnTo>
                  <a:pt x="120767" y="294093"/>
                </a:lnTo>
                <a:cubicBezTo>
                  <a:pt x="120767" y="278825"/>
                  <a:pt x="108394" y="266452"/>
                  <a:pt x="93135" y="266452"/>
                </a:cubicBezTo>
                <a:moveTo>
                  <a:pt x="562927" y="266452"/>
                </a:moveTo>
                <a:cubicBezTo>
                  <a:pt x="578186" y="266452"/>
                  <a:pt x="590559" y="278825"/>
                  <a:pt x="590559" y="294093"/>
                </a:cubicBezTo>
                <a:lnTo>
                  <a:pt x="590559" y="346290"/>
                </a:lnTo>
                <a:cubicBezTo>
                  <a:pt x="590559" y="354596"/>
                  <a:pt x="586825" y="362464"/>
                  <a:pt x="580396" y="367712"/>
                </a:cubicBezTo>
                <a:lnTo>
                  <a:pt x="529132" y="409470"/>
                </a:lnTo>
                <a:cubicBezTo>
                  <a:pt x="517274" y="418661"/>
                  <a:pt x="500253" y="416718"/>
                  <a:pt x="490775" y="405088"/>
                </a:cubicBezTo>
                <a:cubicBezTo>
                  <a:pt x="481298" y="393458"/>
                  <a:pt x="482831" y="376389"/>
                  <a:pt x="494223" y="366636"/>
                </a:cubicBezTo>
                <a:lnTo>
                  <a:pt x="535295" y="333165"/>
                </a:lnTo>
                <a:lnTo>
                  <a:pt x="535295" y="294093"/>
                </a:lnTo>
                <a:cubicBezTo>
                  <a:pt x="535295" y="278825"/>
                  <a:pt x="547668" y="266452"/>
                  <a:pt x="562927" y="266452"/>
                </a:cubicBezTo>
                <a:moveTo>
                  <a:pt x="354282" y="294093"/>
                </a:moveTo>
                <a:cubicBezTo>
                  <a:pt x="354282" y="278825"/>
                  <a:pt x="341909" y="266452"/>
                  <a:pt x="326650" y="266452"/>
                </a:cubicBezTo>
                <a:cubicBezTo>
                  <a:pt x="311381" y="266452"/>
                  <a:pt x="299008" y="278825"/>
                  <a:pt x="299008" y="294093"/>
                </a:cubicBezTo>
                <a:lnTo>
                  <a:pt x="299008" y="334908"/>
                </a:lnTo>
                <a:cubicBezTo>
                  <a:pt x="299008" y="350167"/>
                  <a:pt x="311381" y="362540"/>
                  <a:pt x="326650" y="362540"/>
                </a:cubicBezTo>
                <a:cubicBezTo>
                  <a:pt x="341909" y="362540"/>
                  <a:pt x="354282" y="350167"/>
                  <a:pt x="354282" y="334908"/>
                </a:cubicBezTo>
                <a:lnTo>
                  <a:pt x="354282" y="294093"/>
                </a:lnTo>
                <a:moveTo>
                  <a:pt x="414966" y="106146"/>
                </a:moveTo>
                <a:cubicBezTo>
                  <a:pt x="415490" y="107003"/>
                  <a:pt x="415775" y="107984"/>
                  <a:pt x="415794" y="108994"/>
                </a:cubicBezTo>
                <a:lnTo>
                  <a:pt x="415794" y="183603"/>
                </a:lnTo>
                <a:cubicBezTo>
                  <a:pt x="415794" y="206540"/>
                  <a:pt x="379323" y="229476"/>
                  <a:pt x="326755" y="229476"/>
                </a:cubicBezTo>
                <a:cubicBezTo>
                  <a:pt x="274224" y="229476"/>
                  <a:pt x="237496" y="205158"/>
                  <a:pt x="237496" y="183603"/>
                </a:cubicBezTo>
                <a:lnTo>
                  <a:pt x="237496" y="109213"/>
                </a:lnTo>
                <a:cubicBezTo>
                  <a:pt x="237534" y="107118"/>
                  <a:pt x="238667" y="105203"/>
                  <a:pt x="240477" y="104155"/>
                </a:cubicBezTo>
                <a:cubicBezTo>
                  <a:pt x="242344" y="103136"/>
                  <a:pt x="244592" y="103136"/>
                  <a:pt x="246449" y="104155"/>
                </a:cubicBezTo>
                <a:cubicBezTo>
                  <a:pt x="270805" y="118310"/>
                  <a:pt x="298599" y="125453"/>
                  <a:pt x="326755" y="124796"/>
                </a:cubicBezTo>
                <a:cubicBezTo>
                  <a:pt x="354911" y="125415"/>
                  <a:pt x="382695" y="118271"/>
                  <a:pt x="407069" y="104155"/>
                </a:cubicBezTo>
                <a:cubicBezTo>
                  <a:pt x="408374" y="103365"/>
                  <a:pt x="409936" y="103117"/>
                  <a:pt x="411422" y="103479"/>
                </a:cubicBezTo>
                <a:cubicBezTo>
                  <a:pt x="412899" y="103851"/>
                  <a:pt x="414175" y="104784"/>
                  <a:pt x="414966" y="106089"/>
                </a:cubicBezTo>
                <a:moveTo>
                  <a:pt x="652081" y="108994"/>
                </a:moveTo>
                <a:cubicBezTo>
                  <a:pt x="652043" y="106937"/>
                  <a:pt x="650909" y="105051"/>
                  <a:pt x="649100" y="104060"/>
                </a:cubicBezTo>
                <a:cubicBezTo>
                  <a:pt x="647299" y="103070"/>
                  <a:pt x="645109" y="103117"/>
                  <a:pt x="643347" y="104184"/>
                </a:cubicBezTo>
                <a:cubicBezTo>
                  <a:pt x="618972" y="118300"/>
                  <a:pt x="591197" y="125444"/>
                  <a:pt x="563041" y="124825"/>
                </a:cubicBezTo>
                <a:cubicBezTo>
                  <a:pt x="534876" y="125482"/>
                  <a:pt x="507082" y="118338"/>
                  <a:pt x="482727" y="104184"/>
                </a:cubicBezTo>
                <a:cubicBezTo>
                  <a:pt x="480869" y="103165"/>
                  <a:pt x="478621" y="103165"/>
                  <a:pt x="476764" y="104184"/>
                </a:cubicBezTo>
                <a:cubicBezTo>
                  <a:pt x="474945" y="105232"/>
                  <a:pt x="473821" y="107146"/>
                  <a:pt x="473773" y="109242"/>
                </a:cubicBezTo>
                <a:lnTo>
                  <a:pt x="473773" y="183575"/>
                </a:lnTo>
                <a:cubicBezTo>
                  <a:pt x="473773" y="205130"/>
                  <a:pt x="510501" y="229457"/>
                  <a:pt x="563041" y="229457"/>
                </a:cubicBezTo>
                <a:cubicBezTo>
                  <a:pt x="615600" y="229457"/>
                  <a:pt x="652081" y="206511"/>
                  <a:pt x="652081" y="183575"/>
                </a:cubicBezTo>
                <a:lnTo>
                  <a:pt x="652081" y="108994"/>
                </a:lnTo>
                <a:moveTo>
                  <a:pt x="473773" y="45900"/>
                </a:moveTo>
                <a:cubicBezTo>
                  <a:pt x="473773" y="67456"/>
                  <a:pt x="510501" y="91773"/>
                  <a:pt x="563041" y="91773"/>
                </a:cubicBezTo>
                <a:cubicBezTo>
                  <a:pt x="615600" y="91773"/>
                  <a:pt x="652081" y="67456"/>
                  <a:pt x="652081" y="45900"/>
                </a:cubicBezTo>
                <a:cubicBezTo>
                  <a:pt x="652081" y="24345"/>
                  <a:pt x="615600" y="28"/>
                  <a:pt x="563041" y="28"/>
                </a:cubicBezTo>
                <a:cubicBezTo>
                  <a:pt x="510501" y="28"/>
                  <a:pt x="473773" y="24345"/>
                  <a:pt x="473773" y="45900"/>
                </a:cubicBezTo>
                <a:moveTo>
                  <a:pt x="326755" y="91773"/>
                </a:moveTo>
                <a:cubicBezTo>
                  <a:pt x="274224" y="91773"/>
                  <a:pt x="237496" y="67456"/>
                  <a:pt x="237496" y="45900"/>
                </a:cubicBezTo>
                <a:cubicBezTo>
                  <a:pt x="237496" y="24345"/>
                  <a:pt x="274224" y="28"/>
                  <a:pt x="326755" y="28"/>
                </a:cubicBezTo>
                <a:cubicBezTo>
                  <a:pt x="379323" y="28"/>
                  <a:pt x="415794" y="24345"/>
                  <a:pt x="415794" y="45900"/>
                </a:cubicBezTo>
                <a:cubicBezTo>
                  <a:pt x="415794" y="67456"/>
                  <a:pt x="379323" y="91773"/>
                  <a:pt x="326755" y="91773"/>
                </a:cubicBezTo>
                <a:moveTo>
                  <a:pt x="129882" y="568261"/>
                </a:moveTo>
                <a:cubicBezTo>
                  <a:pt x="86582" y="610952"/>
                  <a:pt x="43310" y="610952"/>
                  <a:pt x="0" y="610952"/>
                </a:cubicBezTo>
                <a:lnTo>
                  <a:pt x="0" y="654948"/>
                </a:lnTo>
                <a:lnTo>
                  <a:pt x="652052" y="654948"/>
                </a:lnTo>
                <a:lnTo>
                  <a:pt x="652052" y="610923"/>
                </a:lnTo>
                <a:cubicBezTo>
                  <a:pt x="608771" y="610923"/>
                  <a:pt x="565499" y="610923"/>
                  <a:pt x="522217" y="568204"/>
                </a:cubicBezTo>
                <a:cubicBezTo>
                  <a:pt x="478945" y="610923"/>
                  <a:pt x="435663" y="610923"/>
                  <a:pt x="424119" y="610923"/>
                </a:cubicBezTo>
                <a:cubicBezTo>
                  <a:pt x="412565" y="610923"/>
                  <a:pt x="369293" y="610923"/>
                  <a:pt x="326012" y="568204"/>
                </a:cubicBezTo>
                <a:cubicBezTo>
                  <a:pt x="282740" y="610923"/>
                  <a:pt x="239458" y="610923"/>
                  <a:pt x="227904" y="610923"/>
                </a:cubicBezTo>
                <a:cubicBezTo>
                  <a:pt x="216388" y="610923"/>
                  <a:pt x="173107" y="610923"/>
                  <a:pt x="129806" y="568204"/>
                </a:cubicBezTo>
                <a:moveTo>
                  <a:pt x="199558" y="556926"/>
                </a:moveTo>
                <a:cubicBezTo>
                  <a:pt x="199501" y="548744"/>
                  <a:pt x="196738" y="543306"/>
                  <a:pt x="191262" y="537829"/>
                </a:cubicBezTo>
                <a:lnTo>
                  <a:pt x="177450" y="524017"/>
                </a:lnTo>
                <a:cubicBezTo>
                  <a:pt x="169154" y="515721"/>
                  <a:pt x="166392" y="504672"/>
                  <a:pt x="171916" y="493614"/>
                </a:cubicBezTo>
                <a:cubicBezTo>
                  <a:pt x="177450" y="482565"/>
                  <a:pt x="185737" y="477031"/>
                  <a:pt x="199558" y="477031"/>
                </a:cubicBezTo>
                <a:lnTo>
                  <a:pt x="218903" y="477031"/>
                </a:lnTo>
                <a:cubicBezTo>
                  <a:pt x="227190" y="477031"/>
                  <a:pt x="232714" y="474268"/>
                  <a:pt x="238239" y="468744"/>
                </a:cubicBezTo>
                <a:cubicBezTo>
                  <a:pt x="243773" y="463219"/>
                  <a:pt x="246535" y="454923"/>
                  <a:pt x="246535" y="449399"/>
                </a:cubicBezTo>
                <a:lnTo>
                  <a:pt x="246535" y="430053"/>
                </a:lnTo>
                <a:cubicBezTo>
                  <a:pt x="246535" y="419004"/>
                  <a:pt x="252060" y="407946"/>
                  <a:pt x="263118" y="402421"/>
                </a:cubicBezTo>
                <a:cubicBezTo>
                  <a:pt x="274167" y="396897"/>
                  <a:pt x="285226" y="399659"/>
                  <a:pt x="293512" y="407946"/>
                </a:cubicBezTo>
                <a:lnTo>
                  <a:pt x="307333" y="421766"/>
                </a:lnTo>
                <a:cubicBezTo>
                  <a:pt x="312858" y="427291"/>
                  <a:pt x="318382" y="430053"/>
                  <a:pt x="326678" y="430053"/>
                </a:cubicBezTo>
                <a:cubicBezTo>
                  <a:pt x="334965" y="430053"/>
                  <a:pt x="340490" y="427291"/>
                  <a:pt x="346024" y="421766"/>
                </a:cubicBezTo>
                <a:lnTo>
                  <a:pt x="359835" y="407946"/>
                </a:lnTo>
                <a:cubicBezTo>
                  <a:pt x="368131" y="399659"/>
                  <a:pt x="379180" y="396897"/>
                  <a:pt x="390239" y="402421"/>
                </a:cubicBezTo>
                <a:cubicBezTo>
                  <a:pt x="401288" y="407946"/>
                  <a:pt x="406822" y="416242"/>
                  <a:pt x="406822" y="430053"/>
                </a:cubicBezTo>
                <a:lnTo>
                  <a:pt x="406822" y="449399"/>
                </a:lnTo>
                <a:cubicBezTo>
                  <a:pt x="406822" y="457695"/>
                  <a:pt x="409584" y="463219"/>
                  <a:pt x="415109" y="468744"/>
                </a:cubicBezTo>
                <a:cubicBezTo>
                  <a:pt x="420633" y="474268"/>
                  <a:pt x="428929" y="477031"/>
                  <a:pt x="434454" y="477031"/>
                </a:cubicBezTo>
                <a:lnTo>
                  <a:pt x="453799" y="477031"/>
                </a:lnTo>
                <a:cubicBezTo>
                  <a:pt x="464848" y="477031"/>
                  <a:pt x="475907" y="482565"/>
                  <a:pt x="481431" y="493614"/>
                </a:cubicBezTo>
                <a:cubicBezTo>
                  <a:pt x="486956" y="504672"/>
                  <a:pt x="484193" y="515721"/>
                  <a:pt x="475907" y="524017"/>
                </a:cubicBezTo>
                <a:lnTo>
                  <a:pt x="456561" y="537829"/>
                </a:lnTo>
                <a:cubicBezTo>
                  <a:pt x="451084" y="543306"/>
                  <a:pt x="448322" y="548773"/>
                  <a:pt x="448265" y="556898"/>
                </a:cubicBezTo>
                <a:cubicBezTo>
                  <a:pt x="448265" y="559193"/>
                  <a:pt x="448522" y="561270"/>
                  <a:pt x="448960" y="563203"/>
                </a:cubicBezTo>
                <a:cubicBezTo>
                  <a:pt x="433701" y="569556"/>
                  <a:pt x="421795" y="569556"/>
                  <a:pt x="417233" y="569556"/>
                </a:cubicBezTo>
                <a:cubicBezTo>
                  <a:pt x="411041" y="569556"/>
                  <a:pt x="395544" y="569556"/>
                  <a:pt x="376361" y="559222"/>
                </a:cubicBezTo>
                <a:cubicBezTo>
                  <a:pt x="376923" y="544953"/>
                  <a:pt x="371655" y="531066"/>
                  <a:pt x="361759" y="520779"/>
                </a:cubicBezTo>
                <a:cubicBezTo>
                  <a:pt x="351853" y="510482"/>
                  <a:pt x="338194" y="504663"/>
                  <a:pt x="323916" y="504672"/>
                </a:cubicBezTo>
                <a:cubicBezTo>
                  <a:pt x="294284" y="504672"/>
                  <a:pt x="272510" y="528294"/>
                  <a:pt x="271433" y="555107"/>
                </a:cubicBezTo>
                <a:cubicBezTo>
                  <a:pt x="249107" y="569556"/>
                  <a:pt x="230447" y="569528"/>
                  <a:pt x="224456" y="569528"/>
                </a:cubicBezTo>
                <a:cubicBezTo>
                  <a:pt x="219703" y="569528"/>
                  <a:pt x="210388" y="569528"/>
                  <a:pt x="198196" y="565546"/>
                </a:cubicBezTo>
                <a:cubicBezTo>
                  <a:pt x="199120" y="562756"/>
                  <a:pt x="199577" y="559841"/>
                  <a:pt x="199558" y="556898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74289" y="2865252"/>
            <a:ext cx="689486" cy="2210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384F61"/>
                </a:solidFill>
                <a:latin typeface="Georgia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0384" y="2865252"/>
            <a:ext cx="1023223" cy="2210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384F61"/>
                </a:solidFill>
                <a:latin typeface="Georgia"/>
              </a:rPr>
              <a:t>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7849" y="2865252"/>
            <a:ext cx="474221" cy="2210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384F61"/>
                </a:solidFill>
                <a:latin typeface="Georgia"/>
              </a:rP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1376" y="546394"/>
            <a:ext cx="3281238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384F61"/>
                </a:solidFill>
                <a:latin typeface="Merriweather"/>
              </a:rPr>
              <a:t>The ETL Process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164306" y="3528493"/>
            <a:ext cx="1406842" cy="497518"/>
            <a:chOff x="1164305" y="3353574"/>
            <a:chExt cx="1406842" cy="497518"/>
          </a:xfrm>
        </p:grpSpPr>
        <p:sp>
          <p:nvSpPr>
            <p:cNvPr id="27" name="TextBox 26"/>
            <p:cNvSpPr txBox="1"/>
            <p:nvPr/>
          </p:nvSpPr>
          <p:spPr>
            <a:xfrm>
              <a:off x="1164305" y="3353574"/>
              <a:ext cx="1406842" cy="165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Collect data from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64305" y="3519499"/>
              <a:ext cx="1406842" cy="16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various heterogeneous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64305" y="3685329"/>
              <a:ext cx="1406842" cy="165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sources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817269" y="3528493"/>
            <a:ext cx="1449828" cy="497518"/>
            <a:chOff x="3817268" y="3353574"/>
            <a:chExt cx="1449828" cy="497518"/>
          </a:xfrm>
        </p:grpSpPr>
        <p:sp>
          <p:nvSpPr>
            <p:cNvPr id="31" name="TextBox 30"/>
            <p:cNvSpPr txBox="1"/>
            <p:nvPr/>
          </p:nvSpPr>
          <p:spPr>
            <a:xfrm>
              <a:off x="3817268" y="3353574"/>
              <a:ext cx="1449828" cy="165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Clean data, remove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817268" y="3519499"/>
              <a:ext cx="1449828" cy="16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errors, and standardize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17268" y="3685329"/>
              <a:ext cx="1449828" cy="165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formats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470233" y="3528493"/>
            <a:ext cx="1514475" cy="497518"/>
            <a:chOff x="6470232" y="3353574"/>
            <a:chExt cx="1514475" cy="497518"/>
          </a:xfrm>
        </p:grpSpPr>
        <p:sp>
          <p:nvSpPr>
            <p:cNvPr id="35" name="TextBox 34"/>
            <p:cNvSpPr txBox="1"/>
            <p:nvPr/>
          </p:nvSpPr>
          <p:spPr>
            <a:xfrm>
              <a:off x="6470232" y="3353574"/>
              <a:ext cx="1514475" cy="165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Store the processed data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70232" y="3519499"/>
              <a:ext cx="1514475" cy="16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into the Data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70232" y="3685329"/>
              <a:ext cx="1514475" cy="165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384F61"/>
                  </a:solidFill>
                  <a:latin typeface="Georgia"/>
                </a:rPr>
                <a:t>Warehouse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080" y="3407641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8080" y="4017194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57947" y="2677978"/>
            <a:ext cx="831532" cy="831532"/>
          </a:xfrm>
          <a:custGeom>
            <a:avLst/>
            <a:gdLst/>
            <a:ahLst/>
            <a:cxnLst/>
            <a:rect l="0" t="0" r="0" b="0"/>
            <a:pathLst>
              <a:path w="831532" h="831532">
                <a:moveTo>
                  <a:pt x="415766" y="0"/>
                </a:moveTo>
                <a:cubicBezTo>
                  <a:pt x="186147" y="0"/>
                  <a:pt x="0" y="186147"/>
                  <a:pt x="0" y="415766"/>
                </a:cubicBezTo>
                <a:cubicBezTo>
                  <a:pt x="0" y="645385"/>
                  <a:pt x="186147" y="831532"/>
                  <a:pt x="415766" y="831532"/>
                </a:cubicBezTo>
                <a:cubicBezTo>
                  <a:pt x="645385" y="831532"/>
                  <a:pt x="831532" y="645385"/>
                  <a:pt x="831532" y="415766"/>
                </a:cubicBezTo>
                <a:cubicBezTo>
                  <a:pt x="831532" y="186147"/>
                  <a:pt x="645385" y="0"/>
                  <a:pt x="415766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57947" y="2677978"/>
            <a:ext cx="831532" cy="831532"/>
          </a:xfrm>
          <a:custGeom>
            <a:avLst/>
            <a:gdLst/>
            <a:ahLst/>
            <a:cxnLst/>
            <a:rect l="0" t="0" r="0" b="0"/>
            <a:pathLst>
              <a:path w="831532" h="831532">
                <a:moveTo>
                  <a:pt x="415766" y="0"/>
                </a:moveTo>
                <a:cubicBezTo>
                  <a:pt x="186144" y="0"/>
                  <a:pt x="0" y="186144"/>
                  <a:pt x="0" y="415766"/>
                </a:cubicBezTo>
                <a:cubicBezTo>
                  <a:pt x="0" y="645387"/>
                  <a:pt x="186144" y="831532"/>
                  <a:pt x="415766" y="831532"/>
                </a:cubicBezTo>
                <a:cubicBezTo>
                  <a:pt x="645387" y="831532"/>
                  <a:pt x="831532" y="645387"/>
                  <a:pt x="831532" y="415766"/>
                </a:cubicBezTo>
                <a:cubicBezTo>
                  <a:pt x="831532" y="186144"/>
                  <a:pt x="645387" y="0"/>
                  <a:pt x="415766" y="0"/>
                </a:cubicBezTo>
                <a:close/>
              </a:path>
            </a:pathLst>
          </a:custGeom>
          <a:noFill/>
          <a:ln w="2309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3780" y="2677978"/>
            <a:ext cx="831532" cy="831532"/>
          </a:xfrm>
          <a:custGeom>
            <a:avLst/>
            <a:gdLst/>
            <a:ahLst/>
            <a:cxnLst/>
            <a:rect l="0" t="0" r="0" b="0"/>
            <a:pathLst>
              <a:path w="831532" h="831532">
                <a:moveTo>
                  <a:pt x="415766" y="0"/>
                </a:moveTo>
                <a:cubicBezTo>
                  <a:pt x="186147" y="0"/>
                  <a:pt x="0" y="186147"/>
                  <a:pt x="0" y="415766"/>
                </a:cubicBezTo>
                <a:cubicBezTo>
                  <a:pt x="0" y="645385"/>
                  <a:pt x="186147" y="831532"/>
                  <a:pt x="415766" y="831532"/>
                </a:cubicBezTo>
                <a:cubicBezTo>
                  <a:pt x="645385" y="831532"/>
                  <a:pt x="831532" y="645385"/>
                  <a:pt x="831532" y="415766"/>
                </a:cubicBezTo>
                <a:cubicBezTo>
                  <a:pt x="831532" y="186147"/>
                  <a:pt x="645385" y="0"/>
                  <a:pt x="415766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3780" y="2677978"/>
            <a:ext cx="831532" cy="831532"/>
          </a:xfrm>
          <a:custGeom>
            <a:avLst/>
            <a:gdLst/>
            <a:ahLst/>
            <a:cxnLst/>
            <a:rect l="0" t="0" r="0" b="0"/>
            <a:pathLst>
              <a:path w="831532" h="831532">
                <a:moveTo>
                  <a:pt x="415766" y="0"/>
                </a:moveTo>
                <a:cubicBezTo>
                  <a:pt x="186144" y="0"/>
                  <a:pt x="0" y="186144"/>
                  <a:pt x="0" y="415766"/>
                </a:cubicBezTo>
                <a:cubicBezTo>
                  <a:pt x="0" y="645387"/>
                  <a:pt x="186144" y="831532"/>
                  <a:pt x="415766" y="831532"/>
                </a:cubicBezTo>
                <a:cubicBezTo>
                  <a:pt x="645387" y="831532"/>
                  <a:pt x="831532" y="645387"/>
                  <a:pt x="831532" y="415766"/>
                </a:cubicBezTo>
                <a:cubicBezTo>
                  <a:pt x="831532" y="186144"/>
                  <a:pt x="645387" y="0"/>
                  <a:pt x="415766" y="0"/>
                </a:cubicBezTo>
                <a:close/>
              </a:path>
            </a:pathLst>
          </a:custGeom>
          <a:noFill/>
          <a:ln w="2309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45074" y="2816567"/>
            <a:ext cx="528942" cy="554354"/>
          </a:xfrm>
          <a:custGeom>
            <a:avLst/>
            <a:gdLst/>
            <a:ahLst/>
            <a:cxnLst/>
            <a:rect l="0" t="0" r="0" b="0"/>
            <a:pathLst>
              <a:path w="528942" h="554354">
                <a:moveTo>
                  <a:pt x="185708" y="396830"/>
                </a:moveTo>
                <a:lnTo>
                  <a:pt x="349472" y="396830"/>
                </a:lnTo>
                <a:lnTo>
                  <a:pt x="349472" y="554354"/>
                </a:lnTo>
                <a:lnTo>
                  <a:pt x="185708" y="554354"/>
                </a:lnTo>
                <a:lnTo>
                  <a:pt x="185708" y="396830"/>
                </a:lnTo>
                <a:moveTo>
                  <a:pt x="0" y="396830"/>
                </a:moveTo>
                <a:lnTo>
                  <a:pt x="151056" y="396830"/>
                </a:lnTo>
                <a:lnTo>
                  <a:pt x="151056" y="554354"/>
                </a:lnTo>
                <a:lnTo>
                  <a:pt x="0" y="554354"/>
                </a:lnTo>
                <a:lnTo>
                  <a:pt x="0" y="396830"/>
                </a:lnTo>
                <a:moveTo>
                  <a:pt x="0" y="204882"/>
                </a:moveTo>
                <a:lnTo>
                  <a:pt x="151056" y="204882"/>
                </a:lnTo>
                <a:lnTo>
                  <a:pt x="151056" y="362178"/>
                </a:lnTo>
                <a:lnTo>
                  <a:pt x="0" y="362178"/>
                </a:lnTo>
                <a:lnTo>
                  <a:pt x="0" y="204882"/>
                </a:lnTo>
                <a:moveTo>
                  <a:pt x="185708" y="204882"/>
                </a:moveTo>
                <a:lnTo>
                  <a:pt x="349472" y="204882"/>
                </a:lnTo>
                <a:lnTo>
                  <a:pt x="349472" y="362178"/>
                </a:lnTo>
                <a:lnTo>
                  <a:pt x="185708" y="362178"/>
                </a:lnTo>
                <a:lnTo>
                  <a:pt x="185708" y="204882"/>
                </a:lnTo>
                <a:moveTo>
                  <a:pt x="236524" y="89620"/>
                </a:moveTo>
                <a:lnTo>
                  <a:pt x="105098" y="89620"/>
                </a:lnTo>
                <a:lnTo>
                  <a:pt x="24479" y="170230"/>
                </a:lnTo>
                <a:lnTo>
                  <a:pt x="160991" y="170230"/>
                </a:lnTo>
                <a:lnTo>
                  <a:pt x="236524" y="89620"/>
                </a:lnTo>
                <a:moveTo>
                  <a:pt x="316439" y="54978"/>
                </a:moveTo>
                <a:lnTo>
                  <a:pt x="459647" y="54978"/>
                </a:lnTo>
                <a:lnTo>
                  <a:pt x="507930" y="0"/>
                </a:lnTo>
                <a:lnTo>
                  <a:pt x="367950" y="0"/>
                </a:lnTo>
                <a:lnTo>
                  <a:pt x="316439" y="54978"/>
                </a:lnTo>
                <a:moveTo>
                  <a:pt x="208340" y="170230"/>
                </a:moveTo>
                <a:lnTo>
                  <a:pt x="358940" y="170230"/>
                </a:lnTo>
                <a:lnTo>
                  <a:pt x="429625" y="89620"/>
                </a:lnTo>
                <a:lnTo>
                  <a:pt x="284102" y="89620"/>
                </a:lnTo>
                <a:lnTo>
                  <a:pt x="208340" y="170230"/>
                </a:lnTo>
                <a:moveTo>
                  <a:pt x="269090" y="54978"/>
                </a:moveTo>
                <a:lnTo>
                  <a:pt x="320601" y="0"/>
                </a:lnTo>
                <a:lnTo>
                  <a:pt x="194719" y="0"/>
                </a:lnTo>
                <a:lnTo>
                  <a:pt x="139741" y="54978"/>
                </a:lnTo>
                <a:lnTo>
                  <a:pt x="269090" y="54978"/>
                </a:lnTo>
                <a:moveTo>
                  <a:pt x="473973" y="283644"/>
                </a:moveTo>
                <a:lnTo>
                  <a:pt x="473973" y="423157"/>
                </a:lnTo>
                <a:lnTo>
                  <a:pt x="528942" y="360330"/>
                </a:lnTo>
                <a:lnTo>
                  <a:pt x="528942" y="220818"/>
                </a:lnTo>
                <a:lnTo>
                  <a:pt x="473973" y="283644"/>
                </a:lnTo>
                <a:moveTo>
                  <a:pt x="528942" y="28870"/>
                </a:moveTo>
                <a:lnTo>
                  <a:pt x="473973" y="91697"/>
                </a:lnTo>
                <a:lnTo>
                  <a:pt x="473973" y="231209"/>
                </a:lnTo>
                <a:lnTo>
                  <a:pt x="528942" y="168154"/>
                </a:lnTo>
                <a:lnTo>
                  <a:pt x="528942" y="28870"/>
                </a:lnTo>
                <a:moveTo>
                  <a:pt x="439092" y="456418"/>
                </a:moveTo>
                <a:lnTo>
                  <a:pt x="439092" y="323373"/>
                </a:lnTo>
                <a:lnTo>
                  <a:pt x="384124" y="386200"/>
                </a:lnTo>
                <a:lnTo>
                  <a:pt x="384124" y="524789"/>
                </a:lnTo>
                <a:lnTo>
                  <a:pt x="440016" y="461962"/>
                </a:lnTo>
                <a:cubicBezTo>
                  <a:pt x="439445" y="460171"/>
                  <a:pt x="439131" y="458304"/>
                  <a:pt x="439092" y="456418"/>
                </a:cubicBezTo>
                <a:moveTo>
                  <a:pt x="439321" y="131197"/>
                </a:moveTo>
                <a:lnTo>
                  <a:pt x="384124" y="194024"/>
                </a:lnTo>
                <a:lnTo>
                  <a:pt x="384124" y="333536"/>
                </a:lnTo>
                <a:lnTo>
                  <a:pt x="439321" y="270710"/>
                </a:lnTo>
                <a:lnTo>
                  <a:pt x="439321" y="131197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02609" y="2849514"/>
            <a:ext cx="438702" cy="488556"/>
          </a:xfrm>
          <a:custGeom>
            <a:avLst/>
            <a:gdLst/>
            <a:ahLst/>
            <a:cxnLst/>
            <a:rect l="0" t="0" r="0" b="0"/>
            <a:pathLst>
              <a:path w="438702" h="488556">
                <a:moveTo>
                  <a:pt x="208759" y="335470"/>
                </a:moveTo>
                <a:cubicBezTo>
                  <a:pt x="205482" y="343471"/>
                  <a:pt x="200796" y="352110"/>
                  <a:pt x="199777" y="360702"/>
                </a:cubicBezTo>
                <a:lnTo>
                  <a:pt x="186804" y="470963"/>
                </a:lnTo>
                <a:cubicBezTo>
                  <a:pt x="185356" y="482393"/>
                  <a:pt x="199539" y="488556"/>
                  <a:pt x="206863" y="479659"/>
                </a:cubicBezTo>
                <a:cubicBezTo>
                  <a:pt x="227066" y="455123"/>
                  <a:pt x="256260" y="419538"/>
                  <a:pt x="287407" y="381542"/>
                </a:cubicBezTo>
                <a:lnTo>
                  <a:pt x="244516" y="367741"/>
                </a:lnTo>
                <a:cubicBezTo>
                  <a:pt x="244516" y="367741"/>
                  <a:pt x="222256" y="363054"/>
                  <a:pt x="215436" y="336775"/>
                </a:cubicBezTo>
                <a:cubicBezTo>
                  <a:pt x="213712" y="330126"/>
                  <a:pt x="209464" y="333736"/>
                  <a:pt x="208759" y="335470"/>
                </a:cubicBezTo>
                <a:moveTo>
                  <a:pt x="396268" y="246859"/>
                </a:moveTo>
                <a:cubicBezTo>
                  <a:pt x="408184" y="232295"/>
                  <a:pt x="424843" y="213693"/>
                  <a:pt x="432530" y="204282"/>
                </a:cubicBezTo>
                <a:cubicBezTo>
                  <a:pt x="438702" y="196748"/>
                  <a:pt x="433330" y="185432"/>
                  <a:pt x="423586" y="185432"/>
                </a:cubicBezTo>
                <a:lnTo>
                  <a:pt x="388686" y="185432"/>
                </a:lnTo>
                <a:cubicBezTo>
                  <a:pt x="388686" y="185432"/>
                  <a:pt x="384543" y="200567"/>
                  <a:pt x="375437" y="206568"/>
                </a:cubicBezTo>
                <a:cubicBezTo>
                  <a:pt x="374322" y="207311"/>
                  <a:pt x="374103" y="211512"/>
                  <a:pt x="375265" y="212178"/>
                </a:cubicBezTo>
                <a:cubicBezTo>
                  <a:pt x="393277" y="222589"/>
                  <a:pt x="396268" y="246859"/>
                  <a:pt x="396268" y="246859"/>
                </a:cubicBezTo>
                <a:moveTo>
                  <a:pt x="58140" y="297446"/>
                </a:moveTo>
                <a:lnTo>
                  <a:pt x="15154" y="297446"/>
                </a:lnTo>
                <a:cubicBezTo>
                  <a:pt x="5353" y="297446"/>
                  <a:pt x="0" y="286026"/>
                  <a:pt x="6276" y="278511"/>
                </a:cubicBezTo>
                <a:lnTo>
                  <a:pt x="40433" y="237553"/>
                </a:lnTo>
                <a:lnTo>
                  <a:pt x="58140" y="297446"/>
                </a:lnTo>
                <a:moveTo>
                  <a:pt x="179927" y="312000"/>
                </a:moveTo>
                <a:lnTo>
                  <a:pt x="224551" y="161915"/>
                </a:lnTo>
                <a:cubicBezTo>
                  <a:pt x="226752" y="154505"/>
                  <a:pt x="221199" y="147075"/>
                  <a:pt x="213474" y="147075"/>
                </a:cubicBezTo>
                <a:lnTo>
                  <a:pt x="191804" y="147075"/>
                </a:lnTo>
                <a:cubicBezTo>
                  <a:pt x="186661" y="147075"/>
                  <a:pt x="182137" y="150475"/>
                  <a:pt x="180708" y="155419"/>
                </a:cubicBezTo>
                <a:lnTo>
                  <a:pt x="145265" y="278206"/>
                </a:lnTo>
                <a:cubicBezTo>
                  <a:pt x="144456" y="281016"/>
                  <a:pt x="140455" y="280977"/>
                  <a:pt x="139703" y="278149"/>
                </a:cubicBezTo>
                <a:lnTo>
                  <a:pt x="106984" y="155638"/>
                </a:lnTo>
                <a:cubicBezTo>
                  <a:pt x="105641" y="150590"/>
                  <a:pt x="101060" y="147075"/>
                  <a:pt x="95831" y="147075"/>
                </a:cubicBezTo>
                <a:lnTo>
                  <a:pt x="72894" y="147075"/>
                </a:lnTo>
                <a:cubicBezTo>
                  <a:pt x="65198" y="147075"/>
                  <a:pt x="59664" y="154438"/>
                  <a:pt x="61798" y="161829"/>
                </a:cubicBezTo>
                <a:lnTo>
                  <a:pt x="105108" y="311743"/>
                </a:lnTo>
                <a:cubicBezTo>
                  <a:pt x="109394" y="326564"/>
                  <a:pt x="122967" y="336775"/>
                  <a:pt x="138398" y="336775"/>
                </a:cubicBezTo>
                <a:lnTo>
                  <a:pt x="146723" y="336775"/>
                </a:lnTo>
                <a:cubicBezTo>
                  <a:pt x="162048" y="336775"/>
                  <a:pt x="175564" y="326697"/>
                  <a:pt x="179927" y="312000"/>
                </a:cubicBezTo>
                <a:moveTo>
                  <a:pt x="296170" y="297341"/>
                </a:moveTo>
                <a:cubicBezTo>
                  <a:pt x="285978" y="297341"/>
                  <a:pt x="275548" y="295427"/>
                  <a:pt x="266633" y="292703"/>
                </a:cubicBezTo>
                <a:cubicBezTo>
                  <a:pt x="259356" y="290493"/>
                  <a:pt x="251069" y="294513"/>
                  <a:pt x="249516" y="301952"/>
                </a:cubicBezTo>
                <a:lnTo>
                  <a:pt x="246125" y="318173"/>
                </a:lnTo>
                <a:cubicBezTo>
                  <a:pt x="245059" y="323249"/>
                  <a:pt x="247516" y="328441"/>
                  <a:pt x="252422" y="330126"/>
                </a:cubicBezTo>
                <a:cubicBezTo>
                  <a:pt x="262928" y="333746"/>
                  <a:pt x="278225" y="336775"/>
                  <a:pt x="294027" y="336775"/>
                </a:cubicBezTo>
                <a:cubicBezTo>
                  <a:pt x="343928" y="336775"/>
                  <a:pt x="369360" y="310876"/>
                  <a:pt x="369360" y="278091"/>
                </a:cubicBezTo>
                <a:cubicBezTo>
                  <a:pt x="369360" y="254431"/>
                  <a:pt x="356244" y="236143"/>
                  <a:pt x="324993" y="223323"/>
                </a:cubicBezTo>
                <a:cubicBezTo>
                  <a:pt x="302190" y="213702"/>
                  <a:pt x="294112" y="209511"/>
                  <a:pt x="294112" y="200558"/>
                </a:cubicBezTo>
                <a:cubicBezTo>
                  <a:pt x="294112" y="192338"/>
                  <a:pt x="302056" y="186242"/>
                  <a:pt x="317030" y="186242"/>
                </a:cubicBezTo>
                <a:cubicBezTo>
                  <a:pt x="325707" y="186242"/>
                  <a:pt x="333194" y="187537"/>
                  <a:pt x="339394" y="189271"/>
                </a:cubicBezTo>
                <a:cubicBezTo>
                  <a:pt x="346462" y="191252"/>
                  <a:pt x="354310" y="187547"/>
                  <a:pt x="355996" y="180403"/>
                </a:cubicBezTo>
                <a:lnTo>
                  <a:pt x="359683" y="164887"/>
                </a:lnTo>
                <a:cubicBezTo>
                  <a:pt x="360949" y="159524"/>
                  <a:pt x="358282" y="153943"/>
                  <a:pt x="353044" y="152247"/>
                </a:cubicBezTo>
                <a:cubicBezTo>
                  <a:pt x="343652" y="149209"/>
                  <a:pt x="331765" y="147075"/>
                  <a:pt x="317334" y="147075"/>
                </a:cubicBezTo>
                <a:cubicBezTo>
                  <a:pt x="271395" y="147075"/>
                  <a:pt x="245935" y="172535"/>
                  <a:pt x="245935" y="204530"/>
                </a:cubicBezTo>
                <a:cubicBezTo>
                  <a:pt x="245935" y="227857"/>
                  <a:pt x="262099" y="245983"/>
                  <a:pt x="293150" y="259051"/>
                </a:cubicBezTo>
                <a:cubicBezTo>
                  <a:pt x="312820" y="266909"/>
                  <a:pt x="321011" y="272443"/>
                  <a:pt x="321011" y="281759"/>
                </a:cubicBezTo>
                <a:cubicBezTo>
                  <a:pt x="321011" y="291074"/>
                  <a:pt x="312477" y="297341"/>
                  <a:pt x="296170" y="297341"/>
                </a:cubicBezTo>
                <a:moveTo>
                  <a:pt x="231266" y="8848"/>
                </a:moveTo>
                <a:cubicBezTo>
                  <a:pt x="207702" y="37052"/>
                  <a:pt x="165277" y="87087"/>
                  <a:pt x="128597" y="131054"/>
                </a:cubicBezTo>
                <a:lnTo>
                  <a:pt x="139741" y="156600"/>
                </a:lnTo>
                <a:cubicBezTo>
                  <a:pt x="140960" y="159391"/>
                  <a:pt x="144941" y="159362"/>
                  <a:pt x="146113" y="156543"/>
                </a:cubicBezTo>
                <a:lnTo>
                  <a:pt x="154505" y="136436"/>
                </a:lnTo>
                <a:cubicBezTo>
                  <a:pt x="159886" y="123529"/>
                  <a:pt x="172497" y="115128"/>
                  <a:pt x="186480" y="115128"/>
                </a:cubicBezTo>
                <a:lnTo>
                  <a:pt x="239648" y="115128"/>
                </a:lnTo>
                <a:cubicBezTo>
                  <a:pt x="239315" y="113376"/>
                  <a:pt x="239268" y="111585"/>
                  <a:pt x="239506" y="109813"/>
                </a:cubicBezTo>
                <a:lnTo>
                  <a:pt x="251488" y="17726"/>
                </a:lnTo>
                <a:cubicBezTo>
                  <a:pt x="252974" y="6286"/>
                  <a:pt x="238667" y="0"/>
                  <a:pt x="231266" y="8848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00689" y="2820330"/>
            <a:ext cx="545030" cy="547430"/>
          </a:xfrm>
          <a:custGeom>
            <a:avLst/>
            <a:gdLst/>
            <a:ahLst/>
            <a:cxnLst/>
            <a:rect l="0" t="0" r="0" b="0"/>
            <a:pathLst>
              <a:path w="545030" h="547430">
                <a:moveTo>
                  <a:pt x="77933" y="76733"/>
                </a:moveTo>
                <a:cubicBezTo>
                  <a:pt x="34032" y="76733"/>
                  <a:pt x="3333" y="56407"/>
                  <a:pt x="3333" y="38395"/>
                </a:cubicBezTo>
                <a:cubicBezTo>
                  <a:pt x="3333" y="20354"/>
                  <a:pt x="34032" y="0"/>
                  <a:pt x="77933" y="0"/>
                </a:cubicBezTo>
                <a:cubicBezTo>
                  <a:pt x="121872" y="0"/>
                  <a:pt x="152361" y="20326"/>
                  <a:pt x="152361" y="38366"/>
                </a:cubicBezTo>
                <a:cubicBezTo>
                  <a:pt x="152361" y="56387"/>
                  <a:pt x="121872" y="76714"/>
                  <a:pt x="77933" y="76714"/>
                </a:cubicBezTo>
                <a:moveTo>
                  <a:pt x="152361" y="91097"/>
                </a:moveTo>
                <a:cubicBezTo>
                  <a:pt x="152333" y="89382"/>
                  <a:pt x="151380" y="87810"/>
                  <a:pt x="149875" y="86982"/>
                </a:cubicBezTo>
                <a:cubicBezTo>
                  <a:pt x="148370" y="86153"/>
                  <a:pt x="146532" y="86191"/>
                  <a:pt x="145065" y="87087"/>
                </a:cubicBezTo>
                <a:cubicBezTo>
                  <a:pt x="124691" y="98879"/>
                  <a:pt x="101469" y="104851"/>
                  <a:pt x="77933" y="104336"/>
                </a:cubicBezTo>
                <a:cubicBezTo>
                  <a:pt x="54397" y="104879"/>
                  <a:pt x="31175" y="98907"/>
                  <a:pt x="10810" y="87087"/>
                </a:cubicBezTo>
                <a:cubicBezTo>
                  <a:pt x="9258" y="86229"/>
                  <a:pt x="7381" y="86229"/>
                  <a:pt x="5829" y="87087"/>
                </a:cubicBezTo>
                <a:cubicBezTo>
                  <a:pt x="4314" y="87953"/>
                  <a:pt x="3362" y="89563"/>
                  <a:pt x="3333" y="91306"/>
                </a:cubicBezTo>
                <a:lnTo>
                  <a:pt x="3333" y="153447"/>
                </a:lnTo>
                <a:cubicBezTo>
                  <a:pt x="3333" y="171459"/>
                  <a:pt x="34032" y="191785"/>
                  <a:pt x="77933" y="191785"/>
                </a:cubicBezTo>
                <a:cubicBezTo>
                  <a:pt x="121872" y="191785"/>
                  <a:pt x="152361" y="172612"/>
                  <a:pt x="152361" y="153447"/>
                </a:cubicBezTo>
                <a:lnTo>
                  <a:pt x="152361" y="91097"/>
                </a:lnTo>
                <a:moveTo>
                  <a:pt x="77847" y="222713"/>
                </a:moveTo>
                <a:cubicBezTo>
                  <a:pt x="65084" y="222713"/>
                  <a:pt x="54749" y="233057"/>
                  <a:pt x="54749" y="245811"/>
                </a:cubicBezTo>
                <a:lnTo>
                  <a:pt x="54749" y="289445"/>
                </a:lnTo>
                <a:cubicBezTo>
                  <a:pt x="54749" y="296389"/>
                  <a:pt x="57864" y="302961"/>
                  <a:pt x="63245" y="307343"/>
                </a:cubicBezTo>
                <a:lnTo>
                  <a:pt x="106098" y="342242"/>
                </a:lnTo>
                <a:cubicBezTo>
                  <a:pt x="115976" y="350310"/>
                  <a:pt x="130530" y="348834"/>
                  <a:pt x="138598" y="338947"/>
                </a:cubicBezTo>
                <a:cubicBezTo>
                  <a:pt x="146656" y="329060"/>
                  <a:pt x="145180" y="314505"/>
                  <a:pt x="135293" y="306447"/>
                </a:cubicBezTo>
                <a:lnTo>
                  <a:pt x="100945" y="278472"/>
                </a:lnTo>
                <a:lnTo>
                  <a:pt x="100945" y="245811"/>
                </a:lnTo>
                <a:cubicBezTo>
                  <a:pt x="100945" y="233057"/>
                  <a:pt x="90601" y="222713"/>
                  <a:pt x="77847" y="222713"/>
                </a:cubicBezTo>
                <a:moveTo>
                  <a:pt x="470515" y="222713"/>
                </a:moveTo>
                <a:cubicBezTo>
                  <a:pt x="483269" y="222713"/>
                  <a:pt x="493614" y="233057"/>
                  <a:pt x="493614" y="245811"/>
                </a:cubicBezTo>
                <a:lnTo>
                  <a:pt x="493614" y="289445"/>
                </a:lnTo>
                <a:cubicBezTo>
                  <a:pt x="493614" y="296389"/>
                  <a:pt x="490489" y="302961"/>
                  <a:pt x="485108" y="307343"/>
                </a:cubicBezTo>
                <a:lnTo>
                  <a:pt x="442264" y="342242"/>
                </a:lnTo>
                <a:cubicBezTo>
                  <a:pt x="432358" y="349929"/>
                  <a:pt x="418128" y="348310"/>
                  <a:pt x="410203" y="338585"/>
                </a:cubicBezTo>
                <a:cubicBezTo>
                  <a:pt x="402278" y="328860"/>
                  <a:pt x="403564" y="314601"/>
                  <a:pt x="413089" y="306447"/>
                </a:cubicBezTo>
                <a:lnTo>
                  <a:pt x="447417" y="278472"/>
                </a:lnTo>
                <a:lnTo>
                  <a:pt x="447417" y="245811"/>
                </a:lnTo>
                <a:cubicBezTo>
                  <a:pt x="447417" y="233057"/>
                  <a:pt x="457752" y="222713"/>
                  <a:pt x="470515" y="222713"/>
                </a:cubicBezTo>
                <a:moveTo>
                  <a:pt x="296122" y="245811"/>
                </a:moveTo>
                <a:cubicBezTo>
                  <a:pt x="296122" y="233057"/>
                  <a:pt x="285778" y="222713"/>
                  <a:pt x="273024" y="222713"/>
                </a:cubicBezTo>
                <a:cubicBezTo>
                  <a:pt x="260270" y="222713"/>
                  <a:pt x="249926" y="233057"/>
                  <a:pt x="249926" y="245811"/>
                </a:cubicBezTo>
                <a:lnTo>
                  <a:pt x="249926" y="279930"/>
                </a:lnTo>
                <a:cubicBezTo>
                  <a:pt x="249926" y="292684"/>
                  <a:pt x="260270" y="303028"/>
                  <a:pt x="273024" y="303028"/>
                </a:cubicBezTo>
                <a:cubicBezTo>
                  <a:pt x="285778" y="303028"/>
                  <a:pt x="296122" y="292684"/>
                  <a:pt x="296122" y="279930"/>
                </a:cubicBezTo>
                <a:lnTo>
                  <a:pt x="296122" y="245811"/>
                </a:lnTo>
                <a:moveTo>
                  <a:pt x="346843" y="88725"/>
                </a:moveTo>
                <a:cubicBezTo>
                  <a:pt x="347281" y="89439"/>
                  <a:pt x="347519" y="90258"/>
                  <a:pt x="347538" y="91097"/>
                </a:cubicBezTo>
                <a:lnTo>
                  <a:pt x="347538" y="153466"/>
                </a:lnTo>
                <a:cubicBezTo>
                  <a:pt x="347538" y="172640"/>
                  <a:pt x="317049" y="191804"/>
                  <a:pt x="273119" y="191804"/>
                </a:cubicBezTo>
                <a:cubicBezTo>
                  <a:pt x="229209" y="191804"/>
                  <a:pt x="198510" y="171478"/>
                  <a:pt x="198510" y="153466"/>
                </a:cubicBezTo>
                <a:lnTo>
                  <a:pt x="198510" y="91287"/>
                </a:lnTo>
                <a:cubicBezTo>
                  <a:pt x="198539" y="89535"/>
                  <a:pt x="199491" y="87934"/>
                  <a:pt x="201006" y="87058"/>
                </a:cubicBezTo>
                <a:cubicBezTo>
                  <a:pt x="202558" y="86201"/>
                  <a:pt x="204444" y="86201"/>
                  <a:pt x="205997" y="87058"/>
                </a:cubicBezTo>
                <a:cubicBezTo>
                  <a:pt x="226352" y="98888"/>
                  <a:pt x="249583" y="104860"/>
                  <a:pt x="273119" y="104317"/>
                </a:cubicBezTo>
                <a:cubicBezTo>
                  <a:pt x="296646" y="104832"/>
                  <a:pt x="319868" y="98859"/>
                  <a:pt x="340242" y="87058"/>
                </a:cubicBezTo>
                <a:cubicBezTo>
                  <a:pt x="341328" y="86401"/>
                  <a:pt x="342642" y="86191"/>
                  <a:pt x="343881" y="86496"/>
                </a:cubicBezTo>
                <a:cubicBezTo>
                  <a:pt x="345119" y="86801"/>
                  <a:pt x="346186" y="87582"/>
                  <a:pt x="346843" y="88677"/>
                </a:cubicBezTo>
                <a:moveTo>
                  <a:pt x="545030" y="91097"/>
                </a:moveTo>
                <a:cubicBezTo>
                  <a:pt x="545001" y="89382"/>
                  <a:pt x="544048" y="87810"/>
                  <a:pt x="542543" y="86982"/>
                </a:cubicBezTo>
                <a:cubicBezTo>
                  <a:pt x="541039" y="86153"/>
                  <a:pt x="539200" y="86191"/>
                  <a:pt x="537733" y="87087"/>
                </a:cubicBezTo>
                <a:cubicBezTo>
                  <a:pt x="517359" y="98879"/>
                  <a:pt x="494137" y="104851"/>
                  <a:pt x="470601" y="104336"/>
                </a:cubicBezTo>
                <a:cubicBezTo>
                  <a:pt x="447065" y="104879"/>
                  <a:pt x="423843" y="98907"/>
                  <a:pt x="403479" y="87087"/>
                </a:cubicBezTo>
                <a:cubicBezTo>
                  <a:pt x="401926" y="86229"/>
                  <a:pt x="400050" y="86229"/>
                  <a:pt x="398497" y="87087"/>
                </a:cubicBezTo>
                <a:cubicBezTo>
                  <a:pt x="396982" y="87953"/>
                  <a:pt x="396030" y="89563"/>
                  <a:pt x="396001" y="91306"/>
                </a:cubicBezTo>
                <a:lnTo>
                  <a:pt x="396001" y="153447"/>
                </a:lnTo>
                <a:cubicBezTo>
                  <a:pt x="396001" y="171459"/>
                  <a:pt x="426700" y="191785"/>
                  <a:pt x="470601" y="191785"/>
                </a:cubicBezTo>
                <a:cubicBezTo>
                  <a:pt x="514540" y="191785"/>
                  <a:pt x="545030" y="172612"/>
                  <a:pt x="545030" y="153447"/>
                </a:cubicBezTo>
                <a:lnTo>
                  <a:pt x="545030" y="91097"/>
                </a:lnTo>
                <a:moveTo>
                  <a:pt x="396001" y="38366"/>
                </a:moveTo>
                <a:cubicBezTo>
                  <a:pt x="396001" y="56387"/>
                  <a:pt x="426700" y="76714"/>
                  <a:pt x="470601" y="76714"/>
                </a:cubicBezTo>
                <a:cubicBezTo>
                  <a:pt x="514540" y="76714"/>
                  <a:pt x="545030" y="56387"/>
                  <a:pt x="545030" y="38366"/>
                </a:cubicBezTo>
                <a:cubicBezTo>
                  <a:pt x="545030" y="20354"/>
                  <a:pt x="514540" y="28"/>
                  <a:pt x="470601" y="28"/>
                </a:cubicBezTo>
                <a:cubicBezTo>
                  <a:pt x="426700" y="28"/>
                  <a:pt x="396001" y="20354"/>
                  <a:pt x="396001" y="38366"/>
                </a:cubicBezTo>
                <a:moveTo>
                  <a:pt x="273119" y="76714"/>
                </a:moveTo>
                <a:cubicBezTo>
                  <a:pt x="229209" y="76714"/>
                  <a:pt x="198510" y="56387"/>
                  <a:pt x="198510" y="38366"/>
                </a:cubicBezTo>
                <a:cubicBezTo>
                  <a:pt x="198510" y="20354"/>
                  <a:pt x="229209" y="28"/>
                  <a:pt x="273119" y="28"/>
                </a:cubicBezTo>
                <a:cubicBezTo>
                  <a:pt x="317049" y="28"/>
                  <a:pt x="347538" y="20354"/>
                  <a:pt x="347538" y="38366"/>
                </a:cubicBezTo>
                <a:cubicBezTo>
                  <a:pt x="347538" y="56387"/>
                  <a:pt x="317049" y="76714"/>
                  <a:pt x="273119" y="76714"/>
                </a:cubicBezTo>
                <a:moveTo>
                  <a:pt x="108565" y="474973"/>
                </a:moveTo>
                <a:cubicBezTo>
                  <a:pt x="72370" y="510654"/>
                  <a:pt x="36194" y="510654"/>
                  <a:pt x="0" y="510654"/>
                </a:cubicBezTo>
                <a:lnTo>
                  <a:pt x="0" y="547430"/>
                </a:lnTo>
                <a:lnTo>
                  <a:pt x="545001" y="547430"/>
                </a:lnTo>
                <a:lnTo>
                  <a:pt x="545001" y="510635"/>
                </a:lnTo>
                <a:cubicBezTo>
                  <a:pt x="508835" y="510635"/>
                  <a:pt x="472659" y="510635"/>
                  <a:pt x="436492" y="474926"/>
                </a:cubicBezTo>
                <a:cubicBezTo>
                  <a:pt x="400316" y="510635"/>
                  <a:pt x="364150" y="510635"/>
                  <a:pt x="354491" y="510635"/>
                </a:cubicBezTo>
                <a:cubicBezTo>
                  <a:pt x="344833" y="510635"/>
                  <a:pt x="308667" y="510635"/>
                  <a:pt x="272491" y="474926"/>
                </a:cubicBezTo>
                <a:cubicBezTo>
                  <a:pt x="236324" y="510635"/>
                  <a:pt x="200148" y="510635"/>
                  <a:pt x="190490" y="510635"/>
                </a:cubicBezTo>
                <a:cubicBezTo>
                  <a:pt x="180860" y="510635"/>
                  <a:pt x="144694" y="510635"/>
                  <a:pt x="108499" y="474926"/>
                </a:cubicBezTo>
                <a:moveTo>
                  <a:pt x="166792" y="465496"/>
                </a:moveTo>
                <a:cubicBezTo>
                  <a:pt x="166754" y="458666"/>
                  <a:pt x="164439" y="454113"/>
                  <a:pt x="159867" y="449541"/>
                </a:cubicBezTo>
                <a:lnTo>
                  <a:pt x="148313" y="437988"/>
                </a:lnTo>
                <a:cubicBezTo>
                  <a:pt x="141389" y="431063"/>
                  <a:pt x="139074" y="421824"/>
                  <a:pt x="143694" y="412584"/>
                </a:cubicBezTo>
                <a:cubicBezTo>
                  <a:pt x="148313" y="403345"/>
                  <a:pt x="155247" y="398726"/>
                  <a:pt x="166792" y="398726"/>
                </a:cubicBezTo>
                <a:lnTo>
                  <a:pt x="182965" y="398726"/>
                </a:lnTo>
                <a:cubicBezTo>
                  <a:pt x="189890" y="398726"/>
                  <a:pt x="194510" y="396411"/>
                  <a:pt x="199129" y="391791"/>
                </a:cubicBezTo>
                <a:cubicBezTo>
                  <a:pt x="203749" y="387172"/>
                  <a:pt x="206063" y="380247"/>
                  <a:pt x="206063" y="375627"/>
                </a:cubicBezTo>
                <a:lnTo>
                  <a:pt x="206063" y="359454"/>
                </a:lnTo>
                <a:cubicBezTo>
                  <a:pt x="206063" y="350215"/>
                  <a:pt x="210683" y="340975"/>
                  <a:pt x="219922" y="336356"/>
                </a:cubicBezTo>
                <a:cubicBezTo>
                  <a:pt x="229161" y="331736"/>
                  <a:pt x="238401" y="334051"/>
                  <a:pt x="245325" y="340975"/>
                </a:cubicBezTo>
                <a:lnTo>
                  <a:pt x="256879" y="352529"/>
                </a:lnTo>
                <a:cubicBezTo>
                  <a:pt x="261499" y="357149"/>
                  <a:pt x="266118" y="359454"/>
                  <a:pt x="273043" y="359454"/>
                </a:cubicBezTo>
                <a:cubicBezTo>
                  <a:pt x="279977" y="359454"/>
                  <a:pt x="284597" y="357149"/>
                  <a:pt x="289217" y="352529"/>
                </a:cubicBezTo>
                <a:lnTo>
                  <a:pt x="300761" y="340975"/>
                </a:lnTo>
                <a:cubicBezTo>
                  <a:pt x="307695" y="334051"/>
                  <a:pt x="316934" y="331736"/>
                  <a:pt x="326174" y="336356"/>
                </a:cubicBezTo>
                <a:cubicBezTo>
                  <a:pt x="335413" y="340975"/>
                  <a:pt x="340032" y="347910"/>
                  <a:pt x="340032" y="359454"/>
                </a:cubicBezTo>
                <a:lnTo>
                  <a:pt x="340032" y="375627"/>
                </a:lnTo>
                <a:cubicBezTo>
                  <a:pt x="340032" y="382552"/>
                  <a:pt x="342338" y="387172"/>
                  <a:pt x="346957" y="391791"/>
                </a:cubicBezTo>
                <a:cubicBezTo>
                  <a:pt x="351577" y="396411"/>
                  <a:pt x="358511" y="398726"/>
                  <a:pt x="363131" y="398726"/>
                </a:cubicBezTo>
                <a:lnTo>
                  <a:pt x="379295" y="398726"/>
                </a:lnTo>
                <a:cubicBezTo>
                  <a:pt x="388534" y="398726"/>
                  <a:pt x="397773" y="403345"/>
                  <a:pt x="402393" y="412584"/>
                </a:cubicBezTo>
                <a:cubicBezTo>
                  <a:pt x="407012" y="421824"/>
                  <a:pt x="404707" y="431063"/>
                  <a:pt x="397773" y="437988"/>
                </a:cubicBezTo>
                <a:lnTo>
                  <a:pt x="381609" y="449541"/>
                </a:lnTo>
                <a:cubicBezTo>
                  <a:pt x="377037" y="454113"/>
                  <a:pt x="374723" y="458685"/>
                  <a:pt x="374675" y="465477"/>
                </a:cubicBezTo>
                <a:cubicBezTo>
                  <a:pt x="374675" y="467391"/>
                  <a:pt x="374884" y="469125"/>
                  <a:pt x="375256" y="470744"/>
                </a:cubicBezTo>
                <a:cubicBezTo>
                  <a:pt x="362502" y="476059"/>
                  <a:pt x="352548" y="476059"/>
                  <a:pt x="348738" y="476059"/>
                </a:cubicBezTo>
                <a:cubicBezTo>
                  <a:pt x="343566" y="476059"/>
                  <a:pt x="330612" y="476059"/>
                  <a:pt x="314582" y="467420"/>
                </a:cubicBezTo>
                <a:cubicBezTo>
                  <a:pt x="315048" y="455485"/>
                  <a:pt x="310638" y="443884"/>
                  <a:pt x="302371" y="435282"/>
                </a:cubicBezTo>
                <a:cubicBezTo>
                  <a:pt x="294093" y="426681"/>
                  <a:pt x="282673" y="421814"/>
                  <a:pt x="270738" y="421824"/>
                </a:cubicBezTo>
                <a:cubicBezTo>
                  <a:pt x="245973" y="421824"/>
                  <a:pt x="227771" y="441569"/>
                  <a:pt x="226875" y="463972"/>
                </a:cubicBezTo>
                <a:cubicBezTo>
                  <a:pt x="208206" y="476059"/>
                  <a:pt x="192624" y="476030"/>
                  <a:pt x="187604" y="476030"/>
                </a:cubicBezTo>
                <a:cubicBezTo>
                  <a:pt x="183632" y="476030"/>
                  <a:pt x="175850" y="476030"/>
                  <a:pt x="165668" y="472706"/>
                </a:cubicBezTo>
                <a:cubicBezTo>
                  <a:pt x="166439" y="470373"/>
                  <a:pt x="166820" y="467934"/>
                  <a:pt x="166792" y="465477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405" y="831082"/>
            <a:ext cx="699122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384F61"/>
                </a:solidFill>
                <a:latin typeface="Merriweather"/>
              </a:rPr>
              <a:t>OLAP: Online Analytical Processing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31405" y="2521815"/>
            <a:ext cx="2426617" cy="457201"/>
            <a:chOff x="390525" y="2062208"/>
            <a:chExt cx="2426617" cy="457201"/>
          </a:xfrm>
        </p:grpSpPr>
        <p:sp>
          <p:nvSpPr>
            <p:cNvPr id="12" name="TextBox 11"/>
            <p:cNvSpPr txBox="1"/>
            <p:nvPr/>
          </p:nvSpPr>
          <p:spPr>
            <a:xfrm>
              <a:off x="390525" y="2062208"/>
              <a:ext cx="24266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Enabling Multi-dimensional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0525" y="2290809"/>
              <a:ext cx="24266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Analysis and Fast Querying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60005" y="3321911"/>
            <a:ext cx="2059066" cy="380952"/>
            <a:chOff x="619125" y="2862304"/>
            <a:chExt cx="2059066" cy="380952"/>
          </a:xfrm>
        </p:grpSpPr>
        <p:sp>
          <p:nvSpPr>
            <p:cNvPr id="15" name="TextBox 14"/>
            <p:cNvSpPr txBox="1"/>
            <p:nvPr/>
          </p:nvSpPr>
          <p:spPr>
            <a:xfrm>
              <a:off x="619125" y="2862304"/>
              <a:ext cx="205906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Decision Support: Providing the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9125" y="3052804"/>
              <a:ext cx="2059066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evidence for business choices.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480765" y="3694297"/>
            <a:ext cx="457552" cy="1847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384F61"/>
                </a:solidFill>
                <a:latin typeface="Georgia"/>
              </a:rPr>
              <a:t>OLAP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0647" y="3694297"/>
            <a:ext cx="446131" cy="1847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384F61"/>
                </a:solidFill>
                <a:latin typeface="Georgia"/>
              </a:rPr>
              <a:t>OLTP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760005" y="3931465"/>
            <a:ext cx="1991201" cy="380952"/>
            <a:chOff x="619125" y="3471858"/>
            <a:chExt cx="1991201" cy="380952"/>
          </a:xfrm>
        </p:grpSpPr>
        <p:sp>
          <p:nvSpPr>
            <p:cNvPr id="20" name="TextBox 19"/>
            <p:cNvSpPr txBox="1"/>
            <p:nvPr/>
          </p:nvSpPr>
          <p:spPr>
            <a:xfrm>
              <a:off x="619125" y="3471858"/>
              <a:ext cx="19912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Business Intelligence: The core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9125" y="3662358"/>
              <a:ext cx="1991201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engine of modern BI.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649832" y="3971491"/>
            <a:ext cx="2119436" cy="307895"/>
            <a:chOff x="3508952" y="3511884"/>
            <a:chExt cx="2119436" cy="307895"/>
          </a:xfrm>
        </p:grpSpPr>
        <p:sp>
          <p:nvSpPr>
            <p:cNvPr id="23" name="TextBox 22"/>
            <p:cNvSpPr txBox="1"/>
            <p:nvPr/>
          </p:nvSpPr>
          <p:spPr>
            <a:xfrm>
              <a:off x="3508952" y="3511884"/>
              <a:ext cx="2119436" cy="153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Supports multi-dimensional analysis and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508952" y="3665808"/>
              <a:ext cx="2119436" cy="153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fast querying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534831" y="3971491"/>
            <a:ext cx="2077764" cy="307895"/>
            <a:chOff x="6393951" y="3511884"/>
            <a:chExt cx="2077764" cy="307895"/>
          </a:xfrm>
        </p:grpSpPr>
        <p:sp>
          <p:nvSpPr>
            <p:cNvPr id="26" name="TextBox 25"/>
            <p:cNvSpPr txBox="1"/>
            <p:nvPr/>
          </p:nvSpPr>
          <p:spPr>
            <a:xfrm>
              <a:off x="6393951" y="3511884"/>
              <a:ext cx="2077764" cy="153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Focuses on transactional processing and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93951" y="3665808"/>
              <a:ext cx="2077764" cy="153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84F61"/>
                  </a:solidFill>
                  <a:latin typeface="Georgia"/>
                </a:rPr>
                <a:t>real-time updates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19450" y="371475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2686050" y="2000250"/>
                </a:moveTo>
                <a:cubicBezTo>
                  <a:pt x="2686050" y="2063372"/>
                  <a:pt x="2634872" y="2114550"/>
                  <a:pt x="2571750" y="2114550"/>
                </a:cubicBezTo>
                <a:lnTo>
                  <a:pt x="114300" y="2114550"/>
                </a:lnTo>
                <a:cubicBezTo>
                  <a:pt x="51177" y="2114550"/>
                  <a:pt x="0" y="2063372"/>
                  <a:pt x="0" y="2000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200025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19450" y="371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5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76950" y="371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5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19450" y="2657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5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76950" y="2657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5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285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533" y="611181"/>
            <a:ext cx="416947" cy="359806"/>
          </a:xfrm>
          <a:custGeom>
            <a:avLst/>
            <a:gdLst/>
            <a:ahLst/>
            <a:cxnLst/>
            <a:rect l="0" t="0" r="0" b="0"/>
            <a:pathLst>
              <a:path w="416947" h="359806">
                <a:moveTo>
                  <a:pt x="208959" y="0"/>
                </a:moveTo>
                <a:cubicBezTo>
                  <a:pt x="212750" y="0"/>
                  <a:pt x="216379" y="1514"/>
                  <a:pt x="219055" y="4190"/>
                </a:cubicBezTo>
                <a:lnTo>
                  <a:pt x="254222" y="39338"/>
                </a:lnTo>
                <a:cubicBezTo>
                  <a:pt x="258298" y="43424"/>
                  <a:pt x="259527" y="49568"/>
                  <a:pt x="257317" y="54902"/>
                </a:cubicBezTo>
                <a:cubicBezTo>
                  <a:pt x="255108" y="60236"/>
                  <a:pt x="249897" y="63712"/>
                  <a:pt x="244125" y="63722"/>
                </a:cubicBezTo>
                <a:lnTo>
                  <a:pt x="228009" y="63722"/>
                </a:lnTo>
                <a:lnTo>
                  <a:pt x="228009" y="111385"/>
                </a:lnTo>
                <a:lnTo>
                  <a:pt x="215779" y="104736"/>
                </a:lnTo>
                <a:cubicBezTo>
                  <a:pt x="211521" y="102422"/>
                  <a:pt x="206378" y="102422"/>
                  <a:pt x="202120" y="104736"/>
                </a:cubicBezTo>
                <a:lnTo>
                  <a:pt x="189928" y="111385"/>
                </a:lnTo>
                <a:lnTo>
                  <a:pt x="189928" y="63760"/>
                </a:lnTo>
                <a:lnTo>
                  <a:pt x="173812" y="63760"/>
                </a:lnTo>
                <a:cubicBezTo>
                  <a:pt x="168040" y="63750"/>
                  <a:pt x="162829" y="60274"/>
                  <a:pt x="160620" y="54940"/>
                </a:cubicBezTo>
                <a:cubicBezTo>
                  <a:pt x="158410" y="49606"/>
                  <a:pt x="159638" y="43462"/>
                  <a:pt x="163715" y="39376"/>
                </a:cubicBezTo>
                <a:lnTo>
                  <a:pt x="198843" y="4210"/>
                </a:lnTo>
                <a:cubicBezTo>
                  <a:pt x="201520" y="1533"/>
                  <a:pt x="205149" y="19"/>
                  <a:pt x="208940" y="19"/>
                </a:cubicBezTo>
                <a:moveTo>
                  <a:pt x="94526" y="266852"/>
                </a:moveTo>
                <a:lnTo>
                  <a:pt x="47758" y="292303"/>
                </a:lnTo>
                <a:lnTo>
                  <a:pt x="40424" y="279596"/>
                </a:lnTo>
                <a:cubicBezTo>
                  <a:pt x="37538" y="274596"/>
                  <a:pt x="31918" y="271824"/>
                  <a:pt x="26184" y="272576"/>
                </a:cubicBezTo>
                <a:cubicBezTo>
                  <a:pt x="20459" y="273329"/>
                  <a:pt x="15744" y="277463"/>
                  <a:pt x="14249" y="283044"/>
                </a:cubicBezTo>
                <a:lnTo>
                  <a:pt x="2038" y="328612"/>
                </a:lnTo>
                <a:cubicBezTo>
                  <a:pt x="0" y="336232"/>
                  <a:pt x="4524" y="344052"/>
                  <a:pt x="12134" y="346100"/>
                </a:cubicBezTo>
                <a:lnTo>
                  <a:pt x="57702" y="358292"/>
                </a:lnTo>
                <a:cubicBezTo>
                  <a:pt x="63284" y="359778"/>
                  <a:pt x="69199" y="357759"/>
                  <a:pt x="72713" y="353177"/>
                </a:cubicBezTo>
                <a:cubicBezTo>
                  <a:pt x="76228" y="348605"/>
                  <a:pt x="76638" y="342357"/>
                  <a:pt x="73761" y="337356"/>
                </a:cubicBezTo>
                <a:lnTo>
                  <a:pt x="66808" y="325297"/>
                </a:lnTo>
                <a:lnTo>
                  <a:pt x="113671" y="299827"/>
                </a:lnTo>
                <a:lnTo>
                  <a:pt x="101993" y="293465"/>
                </a:lnTo>
                <a:cubicBezTo>
                  <a:pt x="97393" y="290969"/>
                  <a:pt x="94535" y="286159"/>
                  <a:pt x="94526" y="280930"/>
                </a:cubicBezTo>
                <a:lnTo>
                  <a:pt x="94526" y="266871"/>
                </a:lnTo>
                <a:moveTo>
                  <a:pt x="304209" y="299847"/>
                </a:moveTo>
                <a:lnTo>
                  <a:pt x="351148" y="325373"/>
                </a:lnTo>
                <a:lnTo>
                  <a:pt x="344233" y="337375"/>
                </a:lnTo>
                <a:cubicBezTo>
                  <a:pt x="341347" y="342376"/>
                  <a:pt x="341756" y="348634"/>
                  <a:pt x="345281" y="353215"/>
                </a:cubicBezTo>
                <a:cubicBezTo>
                  <a:pt x="348795" y="357797"/>
                  <a:pt x="354730" y="359806"/>
                  <a:pt x="360311" y="358311"/>
                </a:cubicBezTo>
                <a:lnTo>
                  <a:pt x="405860" y="346119"/>
                </a:lnTo>
                <a:cubicBezTo>
                  <a:pt x="409527" y="345138"/>
                  <a:pt x="412651" y="342738"/>
                  <a:pt x="414547" y="339451"/>
                </a:cubicBezTo>
                <a:cubicBezTo>
                  <a:pt x="416433" y="336165"/>
                  <a:pt x="416947" y="332260"/>
                  <a:pt x="415956" y="328593"/>
                </a:cubicBezTo>
                <a:lnTo>
                  <a:pt x="403764" y="283063"/>
                </a:lnTo>
                <a:cubicBezTo>
                  <a:pt x="402278" y="277482"/>
                  <a:pt x="397563" y="273338"/>
                  <a:pt x="391839" y="272586"/>
                </a:cubicBezTo>
                <a:cubicBezTo>
                  <a:pt x="386105" y="271824"/>
                  <a:pt x="380485" y="274596"/>
                  <a:pt x="377590" y="279596"/>
                </a:cubicBezTo>
                <a:lnTo>
                  <a:pt x="370217" y="292360"/>
                </a:lnTo>
                <a:lnTo>
                  <a:pt x="323373" y="266909"/>
                </a:lnTo>
                <a:lnTo>
                  <a:pt x="323373" y="280930"/>
                </a:lnTo>
                <a:cubicBezTo>
                  <a:pt x="323373" y="286159"/>
                  <a:pt x="320516" y="290979"/>
                  <a:pt x="315925" y="293484"/>
                </a:cubicBezTo>
                <a:lnTo>
                  <a:pt x="304209" y="299847"/>
                </a:lnTo>
                <a:moveTo>
                  <a:pt x="208959" y="209969"/>
                </a:moveTo>
                <a:lnTo>
                  <a:pt x="138664" y="171735"/>
                </a:lnTo>
                <a:lnTo>
                  <a:pt x="208940" y="133540"/>
                </a:lnTo>
                <a:lnTo>
                  <a:pt x="279215" y="171754"/>
                </a:lnTo>
                <a:lnTo>
                  <a:pt x="208959" y="209969"/>
                </a:lnTo>
                <a:moveTo>
                  <a:pt x="223246" y="311372"/>
                </a:moveTo>
                <a:lnTo>
                  <a:pt x="294798" y="272434"/>
                </a:lnTo>
                <a:lnTo>
                  <a:pt x="294798" y="195795"/>
                </a:lnTo>
                <a:lnTo>
                  <a:pt x="223246" y="234734"/>
                </a:lnTo>
                <a:lnTo>
                  <a:pt x="223246" y="311372"/>
                </a:lnTo>
                <a:moveTo>
                  <a:pt x="194671" y="234734"/>
                </a:moveTo>
                <a:lnTo>
                  <a:pt x="123101" y="195776"/>
                </a:lnTo>
                <a:lnTo>
                  <a:pt x="123101" y="272414"/>
                </a:lnTo>
                <a:lnTo>
                  <a:pt x="194671" y="311353"/>
                </a:lnTo>
                <a:lnTo>
                  <a:pt x="194671" y="234715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7183" y="571414"/>
            <a:ext cx="462257" cy="433473"/>
          </a:xfrm>
          <a:custGeom>
            <a:avLst/>
            <a:gdLst/>
            <a:ahLst/>
            <a:cxnLst/>
            <a:rect l="0" t="0" r="0" b="0"/>
            <a:pathLst>
              <a:path w="462257" h="433473">
                <a:moveTo>
                  <a:pt x="66941" y="395373"/>
                </a:moveTo>
                <a:lnTo>
                  <a:pt x="19316" y="395373"/>
                </a:lnTo>
                <a:cubicBezTo>
                  <a:pt x="8791" y="395373"/>
                  <a:pt x="266" y="403898"/>
                  <a:pt x="266" y="414423"/>
                </a:cubicBezTo>
                <a:cubicBezTo>
                  <a:pt x="266" y="424948"/>
                  <a:pt x="8791" y="433473"/>
                  <a:pt x="19316" y="433473"/>
                </a:cubicBezTo>
                <a:lnTo>
                  <a:pt x="66941" y="433473"/>
                </a:lnTo>
                <a:cubicBezTo>
                  <a:pt x="77466" y="433473"/>
                  <a:pt x="85991" y="424948"/>
                  <a:pt x="85991" y="414423"/>
                </a:cubicBezTo>
                <a:cubicBezTo>
                  <a:pt x="85991" y="403898"/>
                  <a:pt x="77466" y="395373"/>
                  <a:pt x="66941" y="395373"/>
                </a:cubicBezTo>
                <a:moveTo>
                  <a:pt x="190766" y="395373"/>
                </a:moveTo>
                <a:lnTo>
                  <a:pt x="143141" y="395373"/>
                </a:lnTo>
                <a:cubicBezTo>
                  <a:pt x="132616" y="395373"/>
                  <a:pt x="124091" y="403898"/>
                  <a:pt x="124091" y="414423"/>
                </a:cubicBezTo>
                <a:cubicBezTo>
                  <a:pt x="124091" y="424948"/>
                  <a:pt x="132616" y="433473"/>
                  <a:pt x="143141" y="433473"/>
                </a:cubicBezTo>
                <a:lnTo>
                  <a:pt x="190766" y="433473"/>
                </a:lnTo>
                <a:cubicBezTo>
                  <a:pt x="201291" y="433473"/>
                  <a:pt x="209816" y="424948"/>
                  <a:pt x="209816" y="414423"/>
                </a:cubicBezTo>
                <a:cubicBezTo>
                  <a:pt x="209816" y="403898"/>
                  <a:pt x="201291" y="395373"/>
                  <a:pt x="190766" y="395373"/>
                </a:cubicBezTo>
                <a:moveTo>
                  <a:pt x="314591" y="395373"/>
                </a:moveTo>
                <a:lnTo>
                  <a:pt x="266966" y="395373"/>
                </a:lnTo>
                <a:cubicBezTo>
                  <a:pt x="256441" y="395373"/>
                  <a:pt x="247916" y="403898"/>
                  <a:pt x="247916" y="414423"/>
                </a:cubicBezTo>
                <a:cubicBezTo>
                  <a:pt x="247916" y="424948"/>
                  <a:pt x="256441" y="433473"/>
                  <a:pt x="266966" y="433473"/>
                </a:cubicBezTo>
                <a:lnTo>
                  <a:pt x="314591" y="433473"/>
                </a:lnTo>
                <a:cubicBezTo>
                  <a:pt x="325116" y="433473"/>
                  <a:pt x="333641" y="424948"/>
                  <a:pt x="333641" y="414423"/>
                </a:cubicBezTo>
                <a:cubicBezTo>
                  <a:pt x="333641" y="403898"/>
                  <a:pt x="325116" y="395373"/>
                  <a:pt x="314591" y="395373"/>
                </a:cubicBezTo>
                <a:moveTo>
                  <a:pt x="438416" y="395373"/>
                </a:moveTo>
                <a:lnTo>
                  <a:pt x="390791" y="395373"/>
                </a:lnTo>
                <a:cubicBezTo>
                  <a:pt x="380266" y="395373"/>
                  <a:pt x="371741" y="403898"/>
                  <a:pt x="371741" y="414423"/>
                </a:cubicBezTo>
                <a:cubicBezTo>
                  <a:pt x="371741" y="424948"/>
                  <a:pt x="380266" y="433473"/>
                  <a:pt x="390791" y="433473"/>
                </a:cubicBezTo>
                <a:lnTo>
                  <a:pt x="438416" y="433473"/>
                </a:lnTo>
                <a:cubicBezTo>
                  <a:pt x="448941" y="433473"/>
                  <a:pt x="457466" y="424948"/>
                  <a:pt x="457466" y="414423"/>
                </a:cubicBezTo>
                <a:cubicBezTo>
                  <a:pt x="457466" y="403898"/>
                  <a:pt x="448941" y="395373"/>
                  <a:pt x="438416" y="395373"/>
                </a:cubicBezTo>
                <a:moveTo>
                  <a:pt x="281063" y="255927"/>
                </a:moveTo>
                <a:cubicBezTo>
                  <a:pt x="281635" y="253203"/>
                  <a:pt x="281016" y="250355"/>
                  <a:pt x="279349" y="248116"/>
                </a:cubicBezTo>
                <a:lnTo>
                  <a:pt x="262966" y="226209"/>
                </a:lnTo>
                <a:cubicBezTo>
                  <a:pt x="259975" y="222170"/>
                  <a:pt x="260642" y="216493"/>
                  <a:pt x="264490" y="213255"/>
                </a:cubicBezTo>
                <a:lnTo>
                  <a:pt x="300685" y="182203"/>
                </a:lnTo>
                <a:cubicBezTo>
                  <a:pt x="302056" y="181032"/>
                  <a:pt x="302637" y="179193"/>
                  <a:pt x="302209" y="177441"/>
                </a:cubicBezTo>
                <a:cubicBezTo>
                  <a:pt x="301675" y="175755"/>
                  <a:pt x="300304" y="174450"/>
                  <a:pt x="298589" y="174012"/>
                </a:cubicBezTo>
                <a:lnTo>
                  <a:pt x="214007" y="154009"/>
                </a:lnTo>
                <a:cubicBezTo>
                  <a:pt x="211216" y="153400"/>
                  <a:pt x="208302" y="154028"/>
                  <a:pt x="206006" y="155724"/>
                </a:cubicBezTo>
                <a:lnTo>
                  <a:pt x="4076" y="308124"/>
                </a:lnTo>
                <a:cubicBezTo>
                  <a:pt x="2019" y="309629"/>
                  <a:pt x="647" y="311886"/>
                  <a:pt x="266" y="314410"/>
                </a:cubicBezTo>
                <a:cubicBezTo>
                  <a:pt x="0" y="316915"/>
                  <a:pt x="676" y="319430"/>
                  <a:pt x="2171" y="321459"/>
                </a:cubicBezTo>
                <a:cubicBezTo>
                  <a:pt x="18183" y="342652"/>
                  <a:pt x="43233" y="355072"/>
                  <a:pt x="69799" y="354987"/>
                </a:cubicBezTo>
                <a:cubicBezTo>
                  <a:pt x="80352" y="355053"/>
                  <a:pt x="90830" y="353110"/>
                  <a:pt x="100660" y="349272"/>
                </a:cubicBezTo>
                <a:lnTo>
                  <a:pt x="275920" y="263356"/>
                </a:lnTo>
                <a:cubicBezTo>
                  <a:pt x="278749" y="261880"/>
                  <a:pt x="280673" y="259099"/>
                  <a:pt x="281063" y="255927"/>
                </a:cubicBezTo>
                <a:moveTo>
                  <a:pt x="364312" y="121624"/>
                </a:moveTo>
                <a:lnTo>
                  <a:pt x="282778" y="102574"/>
                </a:lnTo>
                <a:cubicBezTo>
                  <a:pt x="280073" y="101917"/>
                  <a:pt x="277225" y="102479"/>
                  <a:pt x="274967" y="104098"/>
                </a:cubicBezTo>
                <a:lnTo>
                  <a:pt x="247916" y="123910"/>
                </a:lnTo>
                <a:cubicBezTo>
                  <a:pt x="246354" y="124996"/>
                  <a:pt x="245583" y="126901"/>
                  <a:pt x="245954" y="128758"/>
                </a:cubicBezTo>
                <a:cubicBezTo>
                  <a:pt x="246326" y="130625"/>
                  <a:pt x="247773" y="132083"/>
                  <a:pt x="249631" y="132483"/>
                </a:cubicBezTo>
                <a:lnTo>
                  <a:pt x="331165" y="151533"/>
                </a:lnTo>
                <a:cubicBezTo>
                  <a:pt x="333898" y="152133"/>
                  <a:pt x="336746" y="151504"/>
                  <a:pt x="338975" y="149818"/>
                </a:cubicBezTo>
                <a:lnTo>
                  <a:pt x="366026" y="130006"/>
                </a:lnTo>
                <a:cubicBezTo>
                  <a:pt x="367579" y="128958"/>
                  <a:pt x="368331" y="127073"/>
                  <a:pt x="367931" y="125244"/>
                </a:cubicBezTo>
                <a:cubicBezTo>
                  <a:pt x="367493" y="123463"/>
                  <a:pt x="366093" y="122062"/>
                  <a:pt x="364312" y="121624"/>
                </a:cubicBezTo>
                <a:moveTo>
                  <a:pt x="318211" y="81429"/>
                </a:moveTo>
                <a:lnTo>
                  <a:pt x="399554" y="100479"/>
                </a:lnTo>
                <a:cubicBezTo>
                  <a:pt x="402345" y="101088"/>
                  <a:pt x="405260" y="100460"/>
                  <a:pt x="407555" y="98764"/>
                </a:cubicBezTo>
                <a:lnTo>
                  <a:pt x="442417" y="72666"/>
                </a:lnTo>
                <a:cubicBezTo>
                  <a:pt x="458943" y="60007"/>
                  <a:pt x="462257" y="36423"/>
                  <a:pt x="449846" y="19707"/>
                </a:cubicBezTo>
                <a:cubicBezTo>
                  <a:pt x="437207" y="3295"/>
                  <a:pt x="413766" y="0"/>
                  <a:pt x="397078" y="12277"/>
                </a:cubicBezTo>
                <a:lnTo>
                  <a:pt x="316306" y="72856"/>
                </a:lnTo>
                <a:cubicBezTo>
                  <a:pt x="314934" y="74037"/>
                  <a:pt x="314286" y="75838"/>
                  <a:pt x="314591" y="77619"/>
                </a:cubicBezTo>
                <a:cubicBezTo>
                  <a:pt x="314972" y="79476"/>
                  <a:pt x="316372" y="80952"/>
                  <a:pt x="318211" y="81429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9778" y="2847594"/>
            <a:ext cx="458866" cy="457123"/>
          </a:xfrm>
          <a:custGeom>
            <a:avLst/>
            <a:gdLst/>
            <a:ahLst/>
            <a:cxnLst/>
            <a:rect l="0" t="0" r="0" b="0"/>
            <a:pathLst>
              <a:path w="458866" h="457123">
                <a:moveTo>
                  <a:pt x="265347" y="64770"/>
                </a:moveTo>
                <a:cubicBezTo>
                  <a:pt x="267719" y="63160"/>
                  <a:pt x="268395" y="59959"/>
                  <a:pt x="266871" y="57531"/>
                </a:cubicBezTo>
                <a:cubicBezTo>
                  <a:pt x="266366" y="56549"/>
                  <a:pt x="265566" y="55749"/>
                  <a:pt x="264585" y="55245"/>
                </a:cubicBezTo>
                <a:lnTo>
                  <a:pt x="149142" y="1714"/>
                </a:lnTo>
                <a:cubicBezTo>
                  <a:pt x="145322" y="0"/>
                  <a:pt x="140960" y="0"/>
                  <a:pt x="137140" y="1714"/>
                </a:cubicBezTo>
                <a:lnTo>
                  <a:pt x="21126" y="55626"/>
                </a:lnTo>
                <a:cubicBezTo>
                  <a:pt x="19945" y="56264"/>
                  <a:pt x="19078" y="57359"/>
                  <a:pt x="18716" y="58654"/>
                </a:cubicBezTo>
                <a:cubicBezTo>
                  <a:pt x="18364" y="59940"/>
                  <a:pt x="18545" y="61331"/>
                  <a:pt x="19221" y="62484"/>
                </a:cubicBezTo>
                <a:cubicBezTo>
                  <a:pt x="19659" y="63512"/>
                  <a:pt x="20478" y="64331"/>
                  <a:pt x="21507" y="64770"/>
                </a:cubicBezTo>
                <a:lnTo>
                  <a:pt x="140950" y="120396"/>
                </a:lnTo>
                <a:cubicBezTo>
                  <a:pt x="142379" y="121138"/>
                  <a:pt x="144094" y="121138"/>
                  <a:pt x="145522" y="120396"/>
                </a:cubicBezTo>
                <a:lnTo>
                  <a:pt x="265347" y="64770"/>
                </a:lnTo>
                <a:moveTo>
                  <a:pt x="7600" y="86106"/>
                </a:moveTo>
                <a:cubicBezTo>
                  <a:pt x="6353" y="85248"/>
                  <a:pt x="4781" y="85001"/>
                  <a:pt x="3333" y="85448"/>
                </a:cubicBezTo>
                <a:cubicBezTo>
                  <a:pt x="1885" y="85896"/>
                  <a:pt x="723" y="86982"/>
                  <a:pt x="171" y="88392"/>
                </a:cubicBezTo>
                <a:cubicBezTo>
                  <a:pt x="0" y="89144"/>
                  <a:pt x="0" y="89925"/>
                  <a:pt x="171" y="90678"/>
                </a:cubicBezTo>
                <a:lnTo>
                  <a:pt x="171" y="224028"/>
                </a:lnTo>
                <a:cubicBezTo>
                  <a:pt x="123" y="229171"/>
                  <a:pt x="3009" y="233895"/>
                  <a:pt x="7600" y="236220"/>
                </a:cubicBezTo>
                <a:lnTo>
                  <a:pt x="121900" y="290703"/>
                </a:lnTo>
                <a:cubicBezTo>
                  <a:pt x="123453" y="291322"/>
                  <a:pt x="125206" y="291150"/>
                  <a:pt x="126606" y="290245"/>
                </a:cubicBezTo>
                <a:cubicBezTo>
                  <a:pt x="128006" y="289331"/>
                  <a:pt x="128882" y="287797"/>
                  <a:pt x="128949" y="286131"/>
                </a:cubicBezTo>
                <a:lnTo>
                  <a:pt x="128949" y="147637"/>
                </a:lnTo>
                <a:cubicBezTo>
                  <a:pt x="129063" y="145618"/>
                  <a:pt x="127930" y="143732"/>
                  <a:pt x="126091" y="142875"/>
                </a:cubicBezTo>
                <a:lnTo>
                  <a:pt x="7600" y="86106"/>
                </a:lnTo>
                <a:moveTo>
                  <a:pt x="451846" y="425196"/>
                </a:moveTo>
                <a:lnTo>
                  <a:pt x="400221" y="374142"/>
                </a:lnTo>
                <a:cubicBezTo>
                  <a:pt x="431244" y="329507"/>
                  <a:pt x="423052" y="268576"/>
                  <a:pt x="381361" y="233714"/>
                </a:cubicBezTo>
                <a:cubicBezTo>
                  <a:pt x="339661" y="198843"/>
                  <a:pt x="278244" y="201577"/>
                  <a:pt x="239810" y="240020"/>
                </a:cubicBezTo>
                <a:cubicBezTo>
                  <a:pt x="201368" y="278453"/>
                  <a:pt x="198634" y="339871"/>
                  <a:pt x="233505" y="381571"/>
                </a:cubicBezTo>
                <a:cubicBezTo>
                  <a:pt x="268366" y="423262"/>
                  <a:pt x="329298" y="431453"/>
                  <a:pt x="373932" y="400431"/>
                </a:cubicBezTo>
                <a:lnTo>
                  <a:pt x="424795" y="451485"/>
                </a:lnTo>
                <a:cubicBezTo>
                  <a:pt x="428377" y="455094"/>
                  <a:pt x="433244" y="457123"/>
                  <a:pt x="438321" y="457123"/>
                </a:cubicBezTo>
                <a:cubicBezTo>
                  <a:pt x="443398" y="457123"/>
                  <a:pt x="448265" y="455094"/>
                  <a:pt x="451846" y="451485"/>
                </a:cubicBezTo>
                <a:cubicBezTo>
                  <a:pt x="458866" y="444122"/>
                  <a:pt x="458866" y="432558"/>
                  <a:pt x="451846" y="425196"/>
                </a:cubicBezTo>
                <a:moveTo>
                  <a:pt x="314496" y="248031"/>
                </a:moveTo>
                <a:cubicBezTo>
                  <a:pt x="351320" y="248031"/>
                  <a:pt x="381171" y="277882"/>
                  <a:pt x="381171" y="314706"/>
                </a:cubicBezTo>
                <a:cubicBezTo>
                  <a:pt x="381171" y="351529"/>
                  <a:pt x="351320" y="381381"/>
                  <a:pt x="314496" y="381381"/>
                </a:cubicBezTo>
                <a:cubicBezTo>
                  <a:pt x="277672" y="381381"/>
                  <a:pt x="247821" y="351529"/>
                  <a:pt x="247821" y="314706"/>
                </a:cubicBezTo>
                <a:cubicBezTo>
                  <a:pt x="247821" y="277882"/>
                  <a:pt x="277672" y="248031"/>
                  <a:pt x="314496" y="248031"/>
                </a:cubicBezTo>
                <a:moveTo>
                  <a:pt x="285921" y="189356"/>
                </a:moveTo>
                <a:lnTo>
                  <a:pt x="285921" y="90678"/>
                </a:lnTo>
                <a:cubicBezTo>
                  <a:pt x="285911" y="88906"/>
                  <a:pt x="284988" y="87258"/>
                  <a:pt x="283473" y="86334"/>
                </a:cubicBezTo>
                <a:cubicBezTo>
                  <a:pt x="281959" y="85401"/>
                  <a:pt x="280082" y="85315"/>
                  <a:pt x="278491" y="86106"/>
                </a:cubicBezTo>
                <a:lnTo>
                  <a:pt x="160953" y="143256"/>
                </a:lnTo>
                <a:cubicBezTo>
                  <a:pt x="159181" y="144179"/>
                  <a:pt x="158076" y="146018"/>
                  <a:pt x="158095" y="148018"/>
                </a:cubicBezTo>
                <a:lnTo>
                  <a:pt x="158095" y="286131"/>
                </a:lnTo>
                <a:cubicBezTo>
                  <a:pt x="158095" y="288969"/>
                  <a:pt x="160401" y="291274"/>
                  <a:pt x="163239" y="291274"/>
                </a:cubicBezTo>
                <a:lnTo>
                  <a:pt x="165525" y="291274"/>
                </a:lnTo>
                <a:lnTo>
                  <a:pt x="188004" y="278701"/>
                </a:lnTo>
                <a:cubicBezTo>
                  <a:pt x="202482" y="233657"/>
                  <a:pt x="239744" y="199663"/>
                  <a:pt x="285921" y="189356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9212" y="2850584"/>
            <a:ext cx="453666" cy="452294"/>
          </a:xfrm>
          <a:custGeom>
            <a:avLst/>
            <a:gdLst/>
            <a:ahLst/>
            <a:cxnLst/>
            <a:rect l="0" t="0" r="0" b="0"/>
            <a:pathLst>
              <a:path w="453666" h="452294">
                <a:moveTo>
                  <a:pt x="226914" y="457"/>
                </a:moveTo>
                <a:cubicBezTo>
                  <a:pt x="228047" y="0"/>
                  <a:pt x="229323" y="0"/>
                  <a:pt x="230457" y="457"/>
                </a:cubicBezTo>
                <a:lnTo>
                  <a:pt x="323249" y="37299"/>
                </a:lnTo>
                <a:cubicBezTo>
                  <a:pt x="325059" y="38014"/>
                  <a:pt x="326250" y="39757"/>
                  <a:pt x="326259" y="41709"/>
                </a:cubicBezTo>
                <a:cubicBezTo>
                  <a:pt x="326269" y="43653"/>
                  <a:pt x="325088" y="45405"/>
                  <a:pt x="323288" y="46139"/>
                </a:cubicBezTo>
                <a:lnTo>
                  <a:pt x="230495" y="83915"/>
                </a:lnTo>
                <a:cubicBezTo>
                  <a:pt x="229333" y="84391"/>
                  <a:pt x="228038" y="84391"/>
                  <a:pt x="226875" y="83915"/>
                </a:cubicBezTo>
                <a:lnTo>
                  <a:pt x="135435" y="46139"/>
                </a:lnTo>
                <a:cubicBezTo>
                  <a:pt x="133645" y="45396"/>
                  <a:pt x="132483" y="43653"/>
                  <a:pt x="132492" y="41719"/>
                </a:cubicBezTo>
                <a:cubicBezTo>
                  <a:pt x="132502" y="39776"/>
                  <a:pt x="133673" y="38042"/>
                  <a:pt x="135474" y="37318"/>
                </a:cubicBezTo>
                <a:lnTo>
                  <a:pt x="226914" y="457"/>
                </a:lnTo>
                <a:moveTo>
                  <a:pt x="214341" y="113347"/>
                </a:moveTo>
                <a:cubicBezTo>
                  <a:pt x="214302" y="111471"/>
                  <a:pt x="213159" y="109785"/>
                  <a:pt x="211426" y="109061"/>
                </a:cubicBezTo>
                <a:lnTo>
                  <a:pt x="107699" y="65722"/>
                </a:lnTo>
                <a:cubicBezTo>
                  <a:pt x="106232" y="65112"/>
                  <a:pt x="104555" y="65274"/>
                  <a:pt x="103231" y="66151"/>
                </a:cubicBezTo>
                <a:cubicBezTo>
                  <a:pt x="101907" y="67036"/>
                  <a:pt x="101117" y="68513"/>
                  <a:pt x="101107" y="70104"/>
                </a:cubicBezTo>
                <a:lnTo>
                  <a:pt x="101107" y="184480"/>
                </a:lnTo>
                <a:cubicBezTo>
                  <a:pt x="101107" y="186251"/>
                  <a:pt x="102088" y="187890"/>
                  <a:pt x="103660" y="188709"/>
                </a:cubicBezTo>
                <a:lnTo>
                  <a:pt x="207387" y="242887"/>
                </a:lnTo>
                <a:cubicBezTo>
                  <a:pt x="208835" y="243639"/>
                  <a:pt x="210578" y="243592"/>
                  <a:pt x="211988" y="242773"/>
                </a:cubicBezTo>
                <a:cubicBezTo>
                  <a:pt x="213398" y="241944"/>
                  <a:pt x="214293" y="240449"/>
                  <a:pt x="214341" y="238810"/>
                </a:cubicBezTo>
                <a:lnTo>
                  <a:pt x="214341" y="113538"/>
                </a:lnTo>
                <a:moveTo>
                  <a:pt x="249869" y="243116"/>
                </a:moveTo>
                <a:cubicBezTo>
                  <a:pt x="248402" y="243878"/>
                  <a:pt x="246649" y="243820"/>
                  <a:pt x="245240" y="242973"/>
                </a:cubicBezTo>
                <a:cubicBezTo>
                  <a:pt x="243820" y="242135"/>
                  <a:pt x="242944" y="240611"/>
                  <a:pt x="242916" y="238963"/>
                </a:cubicBezTo>
                <a:lnTo>
                  <a:pt x="242916" y="113442"/>
                </a:lnTo>
                <a:cubicBezTo>
                  <a:pt x="242982" y="111509"/>
                  <a:pt x="244144" y="109842"/>
                  <a:pt x="245887" y="109137"/>
                </a:cubicBezTo>
                <a:lnTo>
                  <a:pt x="351729" y="65551"/>
                </a:lnTo>
                <a:cubicBezTo>
                  <a:pt x="353196" y="64950"/>
                  <a:pt x="354872" y="65112"/>
                  <a:pt x="356187" y="65998"/>
                </a:cubicBezTo>
                <a:cubicBezTo>
                  <a:pt x="357511" y="66884"/>
                  <a:pt x="358301" y="68360"/>
                  <a:pt x="358301" y="69951"/>
                </a:cubicBezTo>
                <a:lnTo>
                  <a:pt x="358301" y="184404"/>
                </a:lnTo>
                <a:cubicBezTo>
                  <a:pt x="358301" y="186194"/>
                  <a:pt x="357301" y="187833"/>
                  <a:pt x="355711" y="188652"/>
                </a:cubicBezTo>
                <a:lnTo>
                  <a:pt x="249888" y="243135"/>
                </a:lnTo>
                <a:moveTo>
                  <a:pt x="62798" y="164211"/>
                </a:moveTo>
                <a:cubicBezTo>
                  <a:pt x="68980" y="155895"/>
                  <a:pt x="67389" y="144170"/>
                  <a:pt x="59207" y="137807"/>
                </a:cubicBezTo>
                <a:cubicBezTo>
                  <a:pt x="51034" y="131445"/>
                  <a:pt x="39281" y="132788"/>
                  <a:pt x="32737" y="140817"/>
                </a:cubicBezTo>
                <a:cubicBezTo>
                  <a:pt x="17764" y="160058"/>
                  <a:pt x="7762" y="181203"/>
                  <a:pt x="7762" y="205854"/>
                </a:cubicBezTo>
                <a:cubicBezTo>
                  <a:pt x="7762" y="247840"/>
                  <a:pt x="36680" y="282054"/>
                  <a:pt x="75847" y="304723"/>
                </a:cubicBezTo>
                <a:cubicBezTo>
                  <a:pt x="115452" y="327659"/>
                  <a:pt x="168887" y="341109"/>
                  <a:pt x="226837" y="341109"/>
                </a:cubicBezTo>
                <a:cubicBezTo>
                  <a:pt x="284787" y="341109"/>
                  <a:pt x="338223" y="327659"/>
                  <a:pt x="377828" y="304723"/>
                </a:cubicBezTo>
                <a:cubicBezTo>
                  <a:pt x="416994" y="282054"/>
                  <a:pt x="445912" y="247840"/>
                  <a:pt x="445912" y="205854"/>
                </a:cubicBezTo>
                <a:cubicBezTo>
                  <a:pt x="445912" y="181756"/>
                  <a:pt x="436311" y="158343"/>
                  <a:pt x="420252" y="139960"/>
                </a:cubicBezTo>
                <a:cubicBezTo>
                  <a:pt x="413327" y="132035"/>
                  <a:pt x="401288" y="131235"/>
                  <a:pt x="393363" y="138160"/>
                </a:cubicBezTo>
                <a:cubicBezTo>
                  <a:pt x="385448" y="145094"/>
                  <a:pt x="384638" y="157124"/>
                  <a:pt x="391563" y="165049"/>
                </a:cubicBezTo>
                <a:cubicBezTo>
                  <a:pt x="402174" y="177165"/>
                  <a:pt x="407812" y="191852"/>
                  <a:pt x="407812" y="205854"/>
                </a:cubicBezTo>
                <a:cubicBezTo>
                  <a:pt x="407812" y="228638"/>
                  <a:pt x="391963" y="252526"/>
                  <a:pt x="358740" y="271767"/>
                </a:cubicBezTo>
                <a:cubicBezTo>
                  <a:pt x="325955" y="290741"/>
                  <a:pt x="279377" y="303009"/>
                  <a:pt x="226837" y="303009"/>
                </a:cubicBezTo>
                <a:cubicBezTo>
                  <a:pt x="174297" y="303009"/>
                  <a:pt x="127720" y="290741"/>
                  <a:pt x="94935" y="271767"/>
                </a:cubicBezTo>
                <a:cubicBezTo>
                  <a:pt x="61712" y="252526"/>
                  <a:pt x="45862" y="228638"/>
                  <a:pt x="45862" y="205854"/>
                </a:cubicBezTo>
                <a:cubicBezTo>
                  <a:pt x="45862" y="192385"/>
                  <a:pt x="51101" y="179260"/>
                  <a:pt x="62817" y="164211"/>
                </a:cubicBezTo>
                <a:moveTo>
                  <a:pt x="403679" y="336861"/>
                </a:moveTo>
                <a:cubicBezTo>
                  <a:pt x="400230" y="335422"/>
                  <a:pt x="396344" y="335394"/>
                  <a:pt x="392877" y="336784"/>
                </a:cubicBezTo>
                <a:lnTo>
                  <a:pt x="349977" y="353929"/>
                </a:lnTo>
                <a:cubicBezTo>
                  <a:pt x="344547" y="356101"/>
                  <a:pt x="340995" y="361359"/>
                  <a:pt x="341004" y="367207"/>
                </a:cubicBezTo>
                <a:lnTo>
                  <a:pt x="341004" y="418699"/>
                </a:lnTo>
                <a:cubicBezTo>
                  <a:pt x="341004" y="424357"/>
                  <a:pt x="344357" y="429491"/>
                  <a:pt x="349538" y="431768"/>
                </a:cubicBezTo>
                <a:lnTo>
                  <a:pt x="392439" y="450646"/>
                </a:lnTo>
                <a:cubicBezTo>
                  <a:pt x="396173" y="452294"/>
                  <a:pt x="400431" y="452266"/>
                  <a:pt x="404136" y="450570"/>
                </a:cubicBezTo>
                <a:lnTo>
                  <a:pt x="445341" y="431692"/>
                </a:lnTo>
                <a:cubicBezTo>
                  <a:pt x="450418" y="429358"/>
                  <a:pt x="453666" y="424281"/>
                  <a:pt x="453666" y="418699"/>
                </a:cubicBezTo>
                <a:lnTo>
                  <a:pt x="453666" y="367207"/>
                </a:lnTo>
                <a:cubicBezTo>
                  <a:pt x="453666" y="361445"/>
                  <a:pt x="450199" y="356244"/>
                  <a:pt x="444884" y="354025"/>
                </a:cubicBezTo>
                <a:lnTo>
                  <a:pt x="403679" y="336861"/>
                </a:lnTo>
                <a:moveTo>
                  <a:pt x="62684" y="336861"/>
                </a:moveTo>
                <a:cubicBezTo>
                  <a:pt x="59235" y="335432"/>
                  <a:pt x="55368" y="335403"/>
                  <a:pt x="51901" y="336784"/>
                </a:cubicBezTo>
                <a:lnTo>
                  <a:pt x="8982" y="353929"/>
                </a:lnTo>
                <a:cubicBezTo>
                  <a:pt x="3552" y="356101"/>
                  <a:pt x="0" y="361359"/>
                  <a:pt x="9" y="367207"/>
                </a:cubicBezTo>
                <a:lnTo>
                  <a:pt x="9" y="418699"/>
                </a:lnTo>
                <a:cubicBezTo>
                  <a:pt x="9" y="424357"/>
                  <a:pt x="3362" y="429491"/>
                  <a:pt x="8543" y="431768"/>
                </a:cubicBezTo>
                <a:lnTo>
                  <a:pt x="51444" y="450646"/>
                </a:lnTo>
                <a:cubicBezTo>
                  <a:pt x="55178" y="452294"/>
                  <a:pt x="59445" y="452266"/>
                  <a:pt x="63160" y="450570"/>
                </a:cubicBezTo>
                <a:lnTo>
                  <a:pt x="104346" y="431692"/>
                </a:lnTo>
                <a:cubicBezTo>
                  <a:pt x="109423" y="429358"/>
                  <a:pt x="112671" y="424281"/>
                  <a:pt x="112671" y="418699"/>
                </a:cubicBezTo>
                <a:lnTo>
                  <a:pt x="112671" y="367207"/>
                </a:lnTo>
                <a:cubicBezTo>
                  <a:pt x="112671" y="361445"/>
                  <a:pt x="109204" y="356244"/>
                  <a:pt x="103889" y="354025"/>
                </a:cubicBezTo>
                <a:lnTo>
                  <a:pt x="62703" y="336861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381000" y="371475"/>
            <a:ext cx="1870357" cy="800099"/>
            <a:chOff x="390525" y="371475"/>
            <a:chExt cx="1870357" cy="800099"/>
          </a:xfrm>
        </p:grpSpPr>
        <p:sp>
          <p:nvSpPr>
            <p:cNvPr id="11" name="TextBox 10"/>
            <p:cNvSpPr txBox="1"/>
            <p:nvPr/>
          </p:nvSpPr>
          <p:spPr>
            <a:xfrm>
              <a:off x="390525" y="371475"/>
              <a:ext cx="1870357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The Data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771524"/>
              <a:ext cx="187035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Cube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429000" y="1190625"/>
            <a:ext cx="940241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384F61"/>
                </a:solidFill>
                <a:latin typeface="Georgia"/>
              </a:rPr>
              <a:t>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1190625"/>
            <a:ext cx="92166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384F61"/>
                </a:solidFill>
                <a:latin typeface="Georgia"/>
              </a:rPr>
              <a:t>Slice &amp; Dice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466850"/>
            <a:ext cx="2136457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384F61"/>
                </a:solidFill>
                <a:latin typeface="Georgia"/>
              </a:rPr>
              <a:t>Dimensions: Time, Product, and 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1466850"/>
            <a:ext cx="1711404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384F61"/>
                </a:solidFill>
                <a:latin typeface="Georgia"/>
              </a:rPr>
              <a:t>Selecting specific sub-sets of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476625"/>
            <a:ext cx="1653063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384F61"/>
                </a:solidFill>
                <a:latin typeface="Georgia"/>
              </a:rPr>
              <a:t>Drill Down &amp; Roll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476625"/>
            <a:ext cx="40468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384F61"/>
                </a:solidFill>
                <a:latin typeface="Georgia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752850"/>
            <a:ext cx="2016328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384F61"/>
                </a:solidFill>
                <a:latin typeface="Georgia"/>
              </a:rPr>
              <a:t>Changing the level of detail/granularity.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752850"/>
            <a:ext cx="1698307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384F61"/>
                </a:solidFill>
                <a:latin typeface="Georgia"/>
              </a:rPr>
              <a:t>Re-orienting the view of the cube.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81000" y="4314825"/>
            <a:ext cx="2412091" cy="457200"/>
            <a:chOff x="390525" y="4314825"/>
            <a:chExt cx="2412091" cy="457200"/>
          </a:xfrm>
        </p:grpSpPr>
        <p:sp>
          <p:nvSpPr>
            <p:cNvPr id="22" name="TextBox 21"/>
            <p:cNvSpPr txBox="1"/>
            <p:nvPr/>
          </p:nvSpPr>
          <p:spPr>
            <a:xfrm>
              <a:off x="390525" y="4314825"/>
              <a:ext cx="2412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3-Dimensional Analysis and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525" y="4543425"/>
              <a:ext cx="2412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Core Operations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31688" y="3329660"/>
            <a:ext cx="3234150" cy="339248"/>
          </a:xfrm>
          <a:custGeom>
            <a:avLst/>
            <a:gdLst/>
            <a:ahLst/>
            <a:cxnLst/>
            <a:rect l="0" t="0" r="0" b="0"/>
            <a:pathLst>
              <a:path w="3234150" h="339248">
                <a:moveTo>
                  <a:pt x="3234150" y="281503"/>
                </a:moveTo>
                <a:cubicBezTo>
                  <a:pt x="3234150" y="313395"/>
                  <a:pt x="3208297" y="339248"/>
                  <a:pt x="3176405" y="339248"/>
                </a:cubicBezTo>
                <a:cubicBezTo>
                  <a:pt x="3144513" y="339248"/>
                  <a:pt x="3118660" y="313395"/>
                  <a:pt x="3118660" y="281503"/>
                </a:cubicBezTo>
                <a:cubicBezTo>
                  <a:pt x="3118660" y="249611"/>
                  <a:pt x="3144513" y="223758"/>
                  <a:pt x="3176405" y="223758"/>
                </a:cubicBezTo>
                <a:cubicBezTo>
                  <a:pt x="3208297" y="223758"/>
                  <a:pt x="3234150" y="249611"/>
                  <a:pt x="3234150" y="281503"/>
                </a:cubicBezTo>
                <a:close/>
                <a:moveTo>
                  <a:pt x="115906" y="281503"/>
                </a:moveTo>
                <a:cubicBezTo>
                  <a:pt x="115906" y="313395"/>
                  <a:pt x="89960" y="339248"/>
                  <a:pt x="57953" y="339248"/>
                </a:cubicBezTo>
                <a:cubicBezTo>
                  <a:pt x="25946" y="339248"/>
                  <a:pt x="0" y="313395"/>
                  <a:pt x="0" y="281503"/>
                </a:cubicBezTo>
                <a:cubicBezTo>
                  <a:pt x="0" y="249611"/>
                  <a:pt x="25946" y="223758"/>
                  <a:pt x="57953" y="223758"/>
                </a:cubicBezTo>
                <a:cubicBezTo>
                  <a:pt x="89960" y="223758"/>
                  <a:pt x="115906" y="249611"/>
                  <a:pt x="115906" y="281503"/>
                </a:cubicBezTo>
                <a:close/>
                <a:moveTo>
                  <a:pt x="3176405" y="223758"/>
                </a:moveTo>
                <a:lnTo>
                  <a:pt x="3176405" y="0"/>
                </a:lnTo>
                <a:moveTo>
                  <a:pt x="58158" y="2401"/>
                </a:moveTo>
                <a:lnTo>
                  <a:pt x="58158" y="223758"/>
                </a:lnTo>
                <a:moveTo>
                  <a:pt x="3118803" y="281748"/>
                </a:moveTo>
                <a:lnTo>
                  <a:pt x="1780893" y="281748"/>
                </a:lnTo>
                <a:moveTo>
                  <a:pt x="1453670" y="281749"/>
                </a:moveTo>
                <a:lnTo>
                  <a:pt x="115904" y="281748"/>
                </a:lnTo>
              </a:path>
            </a:pathLst>
          </a:custGeom>
          <a:noFill/>
          <a:ln w="288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92767" y="3457182"/>
            <a:ext cx="912408" cy="1135657"/>
          </a:xfrm>
          <a:custGeom>
            <a:avLst/>
            <a:gdLst/>
            <a:ahLst/>
            <a:cxnLst/>
            <a:rect l="0" t="0" r="0" b="0"/>
            <a:pathLst>
              <a:path w="912408" h="1135657">
                <a:moveTo>
                  <a:pt x="456204" y="0"/>
                </a:moveTo>
                <a:cubicBezTo>
                  <a:pt x="384289" y="0"/>
                  <a:pt x="323887" y="49299"/>
                  <a:pt x="306951" y="115945"/>
                </a:cubicBezTo>
                <a:lnTo>
                  <a:pt x="5692" y="1098319"/>
                </a:lnTo>
                <a:cubicBezTo>
                  <a:pt x="0" y="1116880"/>
                  <a:pt x="13881" y="1135657"/>
                  <a:pt x="33295" y="1135657"/>
                </a:cubicBezTo>
                <a:lnTo>
                  <a:pt x="879112" y="1135657"/>
                </a:lnTo>
                <a:cubicBezTo>
                  <a:pt x="898527" y="1135657"/>
                  <a:pt x="912408" y="1116880"/>
                  <a:pt x="906716" y="1098319"/>
                </a:cubicBezTo>
                <a:lnTo>
                  <a:pt x="605474" y="116013"/>
                </a:lnTo>
                <a:cubicBezTo>
                  <a:pt x="588563" y="49332"/>
                  <a:pt x="528145" y="0"/>
                  <a:pt x="456204" y="0"/>
                </a:cubicBezTo>
                <a:close/>
                <a:moveTo>
                  <a:pt x="456206" y="221357"/>
                </a:moveTo>
                <a:cubicBezTo>
                  <a:pt x="418999" y="221357"/>
                  <a:pt x="388836" y="191194"/>
                  <a:pt x="388836" y="153987"/>
                </a:cubicBezTo>
                <a:cubicBezTo>
                  <a:pt x="388836" y="116780"/>
                  <a:pt x="418999" y="86617"/>
                  <a:pt x="456206" y="86617"/>
                </a:cubicBezTo>
                <a:cubicBezTo>
                  <a:pt x="493413" y="86617"/>
                  <a:pt x="523575" y="116780"/>
                  <a:pt x="523575" y="153987"/>
                </a:cubicBezTo>
                <a:cubicBezTo>
                  <a:pt x="523575" y="191194"/>
                  <a:pt x="493413" y="221357"/>
                  <a:pt x="456206" y="221357"/>
                </a:cubicBezTo>
                <a:close/>
              </a:path>
            </a:pathLst>
          </a:custGeom>
          <a:noFill/>
          <a:ln w="288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0933" y="2975970"/>
            <a:ext cx="2194321" cy="346471"/>
          </a:xfrm>
          <a:custGeom>
            <a:avLst/>
            <a:gdLst/>
            <a:ahLst/>
            <a:cxnLst/>
            <a:rect l="0" t="0" r="0" b="0"/>
            <a:pathLst>
              <a:path w="2194321" h="346471">
                <a:moveTo>
                  <a:pt x="10405" y="55140"/>
                </a:moveTo>
                <a:cubicBezTo>
                  <a:pt x="3256" y="47200"/>
                  <a:pt x="0" y="36821"/>
                  <a:pt x="0" y="26136"/>
                </a:cubicBezTo>
                <a:cubicBezTo>
                  <a:pt x="0" y="11701"/>
                  <a:pt x="11701" y="0"/>
                  <a:pt x="26136" y="0"/>
                </a:cubicBezTo>
                <a:lnTo>
                  <a:pt x="2168185" y="0"/>
                </a:lnTo>
                <a:cubicBezTo>
                  <a:pt x="2182620" y="0"/>
                  <a:pt x="2194321" y="11701"/>
                  <a:pt x="2194321" y="26136"/>
                </a:cubicBezTo>
                <a:cubicBezTo>
                  <a:pt x="2194321" y="36821"/>
                  <a:pt x="2191065" y="47200"/>
                  <a:pt x="2183915" y="55140"/>
                </a:cubicBezTo>
                <a:cubicBezTo>
                  <a:pt x="2132257" y="112522"/>
                  <a:pt x="1874002" y="346471"/>
                  <a:pt x="1097160" y="346471"/>
                </a:cubicBezTo>
                <a:cubicBezTo>
                  <a:pt x="320319" y="346471"/>
                  <a:pt x="62064" y="112522"/>
                  <a:pt x="10405" y="55140"/>
                </a:cubicBezTo>
                <a:close/>
              </a:path>
            </a:pathLst>
          </a:custGeom>
          <a:noFill/>
          <a:ln w="288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92686" y="2975970"/>
            <a:ext cx="2194321" cy="346471"/>
          </a:xfrm>
          <a:custGeom>
            <a:avLst/>
            <a:gdLst/>
            <a:ahLst/>
            <a:cxnLst/>
            <a:rect l="0" t="0" r="0" b="0"/>
            <a:pathLst>
              <a:path w="2194321" h="346471">
                <a:moveTo>
                  <a:pt x="10405" y="55140"/>
                </a:moveTo>
                <a:cubicBezTo>
                  <a:pt x="3256" y="47200"/>
                  <a:pt x="0" y="36821"/>
                  <a:pt x="0" y="26136"/>
                </a:cubicBezTo>
                <a:cubicBezTo>
                  <a:pt x="0" y="11701"/>
                  <a:pt x="11701" y="0"/>
                  <a:pt x="26136" y="0"/>
                </a:cubicBezTo>
                <a:lnTo>
                  <a:pt x="2168185" y="0"/>
                </a:lnTo>
                <a:cubicBezTo>
                  <a:pt x="2182620" y="0"/>
                  <a:pt x="2194321" y="11701"/>
                  <a:pt x="2194321" y="26136"/>
                </a:cubicBezTo>
                <a:cubicBezTo>
                  <a:pt x="2194321" y="36821"/>
                  <a:pt x="2191065" y="47200"/>
                  <a:pt x="2183915" y="55140"/>
                </a:cubicBezTo>
                <a:cubicBezTo>
                  <a:pt x="2132257" y="112522"/>
                  <a:pt x="1874002" y="346471"/>
                  <a:pt x="1097160" y="346471"/>
                </a:cubicBezTo>
                <a:cubicBezTo>
                  <a:pt x="320319" y="346471"/>
                  <a:pt x="62064" y="112522"/>
                  <a:pt x="10405" y="55140"/>
                </a:cubicBezTo>
                <a:close/>
              </a:path>
            </a:pathLst>
          </a:custGeom>
          <a:noFill/>
          <a:ln w="2887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2203" y="608412"/>
            <a:ext cx="456399" cy="451742"/>
          </a:xfrm>
          <a:custGeom>
            <a:avLst/>
            <a:gdLst/>
            <a:ahLst/>
            <a:cxnLst/>
            <a:rect l="0" t="0" r="0" b="0"/>
            <a:pathLst>
              <a:path w="456399" h="451742">
                <a:moveTo>
                  <a:pt x="140284" y="107327"/>
                </a:moveTo>
                <a:cubicBezTo>
                  <a:pt x="212426" y="107327"/>
                  <a:pt x="270919" y="83305"/>
                  <a:pt x="270919" y="53663"/>
                </a:cubicBezTo>
                <a:cubicBezTo>
                  <a:pt x="270919" y="24022"/>
                  <a:pt x="212426" y="0"/>
                  <a:pt x="140284" y="0"/>
                </a:cubicBezTo>
                <a:cubicBezTo>
                  <a:pt x="68122" y="0"/>
                  <a:pt x="9620" y="24022"/>
                  <a:pt x="9620" y="53663"/>
                </a:cubicBezTo>
                <a:cubicBezTo>
                  <a:pt x="9620" y="83305"/>
                  <a:pt x="68122" y="107327"/>
                  <a:pt x="140265" y="107327"/>
                </a:cubicBezTo>
                <a:moveTo>
                  <a:pt x="390258" y="168592"/>
                </a:moveTo>
                <a:cubicBezTo>
                  <a:pt x="390267" y="166135"/>
                  <a:pt x="388715" y="163944"/>
                  <a:pt x="386391" y="163134"/>
                </a:cubicBezTo>
                <a:cubicBezTo>
                  <a:pt x="384067" y="162325"/>
                  <a:pt x="381495" y="163068"/>
                  <a:pt x="379961" y="165001"/>
                </a:cubicBezTo>
                <a:lnTo>
                  <a:pt x="259661" y="315887"/>
                </a:lnTo>
                <a:cubicBezTo>
                  <a:pt x="255479" y="320059"/>
                  <a:pt x="257432" y="329164"/>
                  <a:pt x="264090" y="329164"/>
                </a:cubicBezTo>
                <a:lnTo>
                  <a:pt x="321640" y="329164"/>
                </a:lnTo>
                <a:lnTo>
                  <a:pt x="321640" y="445446"/>
                </a:lnTo>
                <a:cubicBezTo>
                  <a:pt x="321630" y="447913"/>
                  <a:pt x="323173" y="450103"/>
                  <a:pt x="325497" y="450923"/>
                </a:cubicBezTo>
                <a:cubicBezTo>
                  <a:pt x="327821" y="451742"/>
                  <a:pt x="330412" y="450999"/>
                  <a:pt x="331936" y="449065"/>
                </a:cubicBezTo>
                <a:lnTo>
                  <a:pt x="452237" y="298161"/>
                </a:lnTo>
                <a:cubicBezTo>
                  <a:pt x="456399" y="293998"/>
                  <a:pt x="454475" y="284873"/>
                  <a:pt x="447817" y="284873"/>
                </a:cubicBezTo>
                <a:lnTo>
                  <a:pt x="390258" y="284873"/>
                </a:lnTo>
                <a:lnTo>
                  <a:pt x="390258" y="168611"/>
                </a:lnTo>
                <a:moveTo>
                  <a:pt x="140265" y="136197"/>
                </a:moveTo>
                <a:cubicBezTo>
                  <a:pt x="179165" y="136197"/>
                  <a:pt x="215712" y="129768"/>
                  <a:pt x="243630" y="118300"/>
                </a:cubicBezTo>
                <a:cubicBezTo>
                  <a:pt x="257413" y="112661"/>
                  <a:pt x="270462" y="105213"/>
                  <a:pt x="280549" y="95469"/>
                </a:cubicBezTo>
                <a:lnTo>
                  <a:pt x="280549" y="170345"/>
                </a:lnTo>
                <a:cubicBezTo>
                  <a:pt x="280530" y="170621"/>
                  <a:pt x="280520" y="170888"/>
                  <a:pt x="280530" y="171154"/>
                </a:cubicBezTo>
                <a:cubicBezTo>
                  <a:pt x="280530" y="175145"/>
                  <a:pt x="278701" y="180089"/>
                  <a:pt x="272748" y="185918"/>
                </a:cubicBezTo>
                <a:cubicBezTo>
                  <a:pt x="266709" y="191814"/>
                  <a:pt x="257213" y="197758"/>
                  <a:pt x="244278" y="203034"/>
                </a:cubicBezTo>
                <a:cubicBezTo>
                  <a:pt x="218465" y="213540"/>
                  <a:pt x="181727" y="220256"/>
                  <a:pt x="140265" y="220256"/>
                </a:cubicBezTo>
                <a:cubicBezTo>
                  <a:pt x="98802" y="220256"/>
                  <a:pt x="62074" y="213540"/>
                  <a:pt x="36261" y="203034"/>
                </a:cubicBezTo>
                <a:cubicBezTo>
                  <a:pt x="23326" y="197758"/>
                  <a:pt x="13820" y="191814"/>
                  <a:pt x="7791" y="185918"/>
                </a:cubicBezTo>
                <a:cubicBezTo>
                  <a:pt x="1847" y="180089"/>
                  <a:pt x="19" y="175145"/>
                  <a:pt x="19" y="171154"/>
                </a:cubicBezTo>
                <a:lnTo>
                  <a:pt x="19" y="95469"/>
                </a:lnTo>
                <a:cubicBezTo>
                  <a:pt x="10086" y="105194"/>
                  <a:pt x="23136" y="112661"/>
                  <a:pt x="36918" y="118319"/>
                </a:cubicBezTo>
                <a:cubicBezTo>
                  <a:pt x="64827" y="129768"/>
                  <a:pt x="101384" y="136197"/>
                  <a:pt x="140284" y="136197"/>
                </a:cubicBezTo>
                <a:moveTo>
                  <a:pt x="0" y="277853"/>
                </a:moveTo>
                <a:lnTo>
                  <a:pt x="0" y="216522"/>
                </a:lnTo>
                <a:cubicBezTo>
                  <a:pt x="7467" y="221570"/>
                  <a:pt x="16049" y="225961"/>
                  <a:pt x="25365" y="229771"/>
                </a:cubicBezTo>
                <a:cubicBezTo>
                  <a:pt x="55492" y="242049"/>
                  <a:pt x="96107" y="249135"/>
                  <a:pt x="140284" y="249135"/>
                </a:cubicBezTo>
                <a:cubicBezTo>
                  <a:pt x="184442" y="249135"/>
                  <a:pt x="225047" y="242049"/>
                  <a:pt x="255174" y="229771"/>
                </a:cubicBezTo>
                <a:cubicBezTo>
                  <a:pt x="264490" y="225980"/>
                  <a:pt x="273072" y="221570"/>
                  <a:pt x="280549" y="216522"/>
                </a:cubicBezTo>
                <a:lnTo>
                  <a:pt x="280549" y="243373"/>
                </a:lnTo>
                <a:lnTo>
                  <a:pt x="237639" y="297180"/>
                </a:lnTo>
                <a:cubicBezTo>
                  <a:pt x="231476" y="304295"/>
                  <a:pt x="229809" y="312191"/>
                  <a:pt x="229247" y="315563"/>
                </a:cubicBezTo>
                <a:cubicBezTo>
                  <a:pt x="228552" y="319659"/>
                  <a:pt x="228571" y="323373"/>
                  <a:pt x="228571" y="324564"/>
                </a:cubicBezTo>
                <a:cubicBezTo>
                  <a:pt x="228571" y="325783"/>
                  <a:pt x="228628" y="326821"/>
                  <a:pt x="228742" y="327840"/>
                </a:cubicBezTo>
                <a:cubicBezTo>
                  <a:pt x="204606" y="336289"/>
                  <a:pt x="173697" y="341118"/>
                  <a:pt x="140265" y="341118"/>
                </a:cubicBezTo>
                <a:cubicBezTo>
                  <a:pt x="103212" y="341118"/>
                  <a:pt x="69237" y="335175"/>
                  <a:pt x="44196" y="324954"/>
                </a:cubicBezTo>
                <a:cubicBezTo>
                  <a:pt x="31680" y="319868"/>
                  <a:pt x="20907" y="313515"/>
                  <a:pt x="13125" y="305895"/>
                </a:cubicBezTo>
                <a:cubicBezTo>
                  <a:pt x="5295" y="298256"/>
                  <a:pt x="0" y="288769"/>
                  <a:pt x="0" y="277853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68574" y="621966"/>
            <a:ext cx="470430" cy="433597"/>
          </a:xfrm>
          <a:custGeom>
            <a:avLst/>
            <a:gdLst/>
            <a:ahLst/>
            <a:cxnLst/>
            <a:rect l="0" t="0" r="0" b="0"/>
            <a:pathLst>
              <a:path w="470430" h="433597">
                <a:moveTo>
                  <a:pt x="28975" y="299237"/>
                </a:moveTo>
                <a:cubicBezTo>
                  <a:pt x="23660" y="299237"/>
                  <a:pt x="19354" y="294922"/>
                  <a:pt x="19354" y="289607"/>
                </a:cubicBezTo>
                <a:lnTo>
                  <a:pt x="19354" y="260927"/>
                </a:lnTo>
                <a:cubicBezTo>
                  <a:pt x="18030" y="180203"/>
                  <a:pt x="80095" y="112556"/>
                  <a:pt x="160639" y="106937"/>
                </a:cubicBezTo>
                <a:cubicBezTo>
                  <a:pt x="198072" y="104746"/>
                  <a:pt x="234876" y="117405"/>
                  <a:pt x="263042" y="142170"/>
                </a:cubicBezTo>
                <a:cubicBezTo>
                  <a:pt x="267195" y="145818"/>
                  <a:pt x="269576" y="151076"/>
                  <a:pt x="269586" y="156600"/>
                </a:cubicBezTo>
                <a:lnTo>
                  <a:pt x="269586" y="251107"/>
                </a:lnTo>
                <a:cubicBezTo>
                  <a:pt x="269586" y="277691"/>
                  <a:pt x="248040" y="299237"/>
                  <a:pt x="221465" y="299237"/>
                </a:cubicBezTo>
                <a:lnTo>
                  <a:pt x="28975" y="299237"/>
                </a:lnTo>
                <a:moveTo>
                  <a:pt x="389886" y="87496"/>
                </a:moveTo>
                <a:cubicBezTo>
                  <a:pt x="389886" y="95469"/>
                  <a:pt x="383419" y="101936"/>
                  <a:pt x="375446" y="101936"/>
                </a:cubicBezTo>
                <a:cubicBezTo>
                  <a:pt x="367474" y="101936"/>
                  <a:pt x="361016" y="95469"/>
                  <a:pt x="361016" y="87496"/>
                </a:cubicBezTo>
                <a:lnTo>
                  <a:pt x="361016" y="68256"/>
                </a:lnTo>
                <a:cubicBezTo>
                  <a:pt x="361016" y="60274"/>
                  <a:pt x="367474" y="53816"/>
                  <a:pt x="375446" y="53816"/>
                </a:cubicBezTo>
                <a:cubicBezTo>
                  <a:pt x="383419" y="53816"/>
                  <a:pt x="389886" y="60274"/>
                  <a:pt x="389886" y="68256"/>
                </a:cubicBezTo>
                <a:lnTo>
                  <a:pt x="389886" y="87496"/>
                </a:lnTo>
                <a:moveTo>
                  <a:pt x="375446" y="885"/>
                </a:moveTo>
                <a:cubicBezTo>
                  <a:pt x="327659" y="990"/>
                  <a:pt x="288940" y="39709"/>
                  <a:pt x="288836" y="87496"/>
                </a:cubicBezTo>
                <a:lnTo>
                  <a:pt x="288836" y="106746"/>
                </a:lnTo>
                <a:cubicBezTo>
                  <a:pt x="288836" y="117376"/>
                  <a:pt x="297446" y="125996"/>
                  <a:pt x="308076" y="125996"/>
                </a:cubicBezTo>
                <a:cubicBezTo>
                  <a:pt x="318706" y="125996"/>
                  <a:pt x="327326" y="117376"/>
                  <a:pt x="327326" y="106746"/>
                </a:cubicBezTo>
                <a:lnTo>
                  <a:pt x="327326" y="87496"/>
                </a:lnTo>
                <a:cubicBezTo>
                  <a:pt x="327240" y="63627"/>
                  <a:pt x="344662" y="43300"/>
                  <a:pt x="368265" y="39738"/>
                </a:cubicBezTo>
                <a:cubicBezTo>
                  <a:pt x="391858" y="36175"/>
                  <a:pt x="414508" y="50444"/>
                  <a:pt x="421471" y="73275"/>
                </a:cubicBezTo>
                <a:cubicBezTo>
                  <a:pt x="428444" y="96107"/>
                  <a:pt x="417614" y="120596"/>
                  <a:pt x="396049" y="130806"/>
                </a:cubicBezTo>
                <a:cubicBezTo>
                  <a:pt x="389362" y="133997"/>
                  <a:pt x="385095" y="140731"/>
                  <a:pt x="385076" y="148132"/>
                </a:cubicBezTo>
                <a:lnTo>
                  <a:pt x="385076" y="304047"/>
                </a:lnTo>
                <a:cubicBezTo>
                  <a:pt x="384971" y="322602"/>
                  <a:pt x="369950" y="337623"/>
                  <a:pt x="351386" y="337727"/>
                </a:cubicBezTo>
                <a:lnTo>
                  <a:pt x="327326" y="337727"/>
                </a:lnTo>
                <a:cubicBezTo>
                  <a:pt x="325497" y="337794"/>
                  <a:pt x="323811" y="336727"/>
                  <a:pt x="323097" y="335032"/>
                </a:cubicBezTo>
                <a:cubicBezTo>
                  <a:pt x="322059" y="333527"/>
                  <a:pt x="322059" y="331536"/>
                  <a:pt x="323097" y="330031"/>
                </a:cubicBezTo>
                <a:cubicBezTo>
                  <a:pt x="338089" y="310038"/>
                  <a:pt x="346195" y="285721"/>
                  <a:pt x="346195" y="260737"/>
                </a:cubicBezTo>
                <a:lnTo>
                  <a:pt x="346195" y="231867"/>
                </a:lnTo>
                <a:cubicBezTo>
                  <a:pt x="349215" y="206759"/>
                  <a:pt x="333927" y="183060"/>
                  <a:pt x="309810" y="175469"/>
                </a:cubicBezTo>
                <a:cubicBezTo>
                  <a:pt x="306990" y="174764"/>
                  <a:pt x="304009" y="175402"/>
                  <a:pt x="301723" y="177193"/>
                </a:cubicBezTo>
                <a:cubicBezTo>
                  <a:pt x="299456" y="179031"/>
                  <a:pt x="298113" y="181784"/>
                  <a:pt x="298065" y="184708"/>
                </a:cubicBezTo>
                <a:lnTo>
                  <a:pt x="298065" y="251107"/>
                </a:lnTo>
                <a:cubicBezTo>
                  <a:pt x="298065" y="293636"/>
                  <a:pt x="263594" y="328107"/>
                  <a:pt x="221075" y="328107"/>
                </a:cubicBezTo>
                <a:lnTo>
                  <a:pt x="9725" y="328107"/>
                </a:lnTo>
                <a:cubicBezTo>
                  <a:pt x="4305" y="328212"/>
                  <a:pt x="0" y="332689"/>
                  <a:pt x="104" y="338118"/>
                </a:cubicBezTo>
                <a:cubicBezTo>
                  <a:pt x="685" y="358197"/>
                  <a:pt x="16611" y="374456"/>
                  <a:pt x="36680" y="375456"/>
                </a:cubicBezTo>
                <a:cubicBezTo>
                  <a:pt x="38442" y="375656"/>
                  <a:pt x="39947" y="376856"/>
                  <a:pt x="40528" y="378533"/>
                </a:cubicBezTo>
                <a:cubicBezTo>
                  <a:pt x="41386" y="380028"/>
                  <a:pt x="41386" y="381857"/>
                  <a:pt x="40528" y="383352"/>
                </a:cubicBezTo>
                <a:lnTo>
                  <a:pt x="24545" y="402593"/>
                </a:lnTo>
                <a:cubicBezTo>
                  <a:pt x="17926" y="410489"/>
                  <a:pt x="18688" y="422195"/>
                  <a:pt x="26279" y="429158"/>
                </a:cubicBezTo>
                <a:cubicBezTo>
                  <a:pt x="29746" y="432025"/>
                  <a:pt x="34099" y="433597"/>
                  <a:pt x="38604" y="433587"/>
                </a:cubicBezTo>
                <a:cubicBezTo>
                  <a:pt x="44329" y="433597"/>
                  <a:pt x="49758" y="431053"/>
                  <a:pt x="53425" y="426653"/>
                </a:cubicBezTo>
                <a:lnTo>
                  <a:pt x="89992" y="382771"/>
                </a:lnTo>
                <a:cubicBezTo>
                  <a:pt x="93659" y="378371"/>
                  <a:pt x="99088" y="375827"/>
                  <a:pt x="104813" y="375837"/>
                </a:cubicBezTo>
                <a:lnTo>
                  <a:pt x="231086" y="375837"/>
                </a:lnTo>
                <a:cubicBezTo>
                  <a:pt x="236620" y="375846"/>
                  <a:pt x="242154" y="375456"/>
                  <a:pt x="247640" y="374684"/>
                </a:cubicBezTo>
                <a:cubicBezTo>
                  <a:pt x="254250" y="373741"/>
                  <a:pt x="260880" y="376294"/>
                  <a:pt x="265156" y="381419"/>
                </a:cubicBezTo>
                <a:lnTo>
                  <a:pt x="303656" y="426653"/>
                </a:lnTo>
                <a:cubicBezTo>
                  <a:pt x="307314" y="431053"/>
                  <a:pt x="312753" y="433597"/>
                  <a:pt x="318477" y="433587"/>
                </a:cubicBezTo>
                <a:cubicBezTo>
                  <a:pt x="322973" y="433597"/>
                  <a:pt x="327326" y="432025"/>
                  <a:pt x="330793" y="429158"/>
                </a:cubicBezTo>
                <a:cubicBezTo>
                  <a:pt x="334727" y="425900"/>
                  <a:pt x="337204" y="421205"/>
                  <a:pt x="337670" y="416109"/>
                </a:cubicBezTo>
                <a:cubicBezTo>
                  <a:pt x="338147" y="411013"/>
                  <a:pt x="336565" y="405945"/>
                  <a:pt x="333298" y="402021"/>
                </a:cubicBezTo>
                <a:lnTo>
                  <a:pt x="318087" y="383733"/>
                </a:lnTo>
                <a:cubicBezTo>
                  <a:pt x="317020" y="382162"/>
                  <a:pt x="317020" y="380104"/>
                  <a:pt x="318087" y="378533"/>
                </a:cubicBezTo>
                <a:cubicBezTo>
                  <a:pt x="318944" y="376885"/>
                  <a:pt x="320649" y="375846"/>
                  <a:pt x="322516" y="375837"/>
                </a:cubicBezTo>
                <a:lnTo>
                  <a:pt x="352929" y="375837"/>
                </a:lnTo>
                <a:cubicBezTo>
                  <a:pt x="392039" y="375008"/>
                  <a:pt x="423367" y="343166"/>
                  <a:pt x="423567" y="304047"/>
                </a:cubicBezTo>
                <a:lnTo>
                  <a:pt x="423567" y="169306"/>
                </a:lnTo>
                <a:cubicBezTo>
                  <a:pt x="423557" y="163582"/>
                  <a:pt x="426100" y="158153"/>
                  <a:pt x="430501" y="154485"/>
                </a:cubicBezTo>
                <a:cubicBezTo>
                  <a:pt x="459381" y="131454"/>
                  <a:pt x="470430" y="92611"/>
                  <a:pt x="457990" y="57816"/>
                </a:cubicBezTo>
                <a:cubicBezTo>
                  <a:pt x="445560" y="23031"/>
                  <a:pt x="412384" y="0"/>
                  <a:pt x="375446" y="495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0336" y="1416846"/>
            <a:ext cx="462076" cy="461962"/>
          </a:xfrm>
          <a:custGeom>
            <a:avLst/>
            <a:gdLst/>
            <a:ahLst/>
            <a:cxnLst/>
            <a:rect l="0" t="0" r="0" b="0"/>
            <a:pathLst>
              <a:path w="462076" h="461962">
                <a:moveTo>
                  <a:pt x="135797" y="408260"/>
                </a:moveTo>
                <a:cubicBezTo>
                  <a:pt x="135816" y="406536"/>
                  <a:pt x="134845" y="404964"/>
                  <a:pt x="133292" y="404221"/>
                </a:cubicBezTo>
                <a:cubicBezTo>
                  <a:pt x="131825" y="403269"/>
                  <a:pt x="129949" y="403269"/>
                  <a:pt x="128482" y="404221"/>
                </a:cubicBezTo>
                <a:cubicBezTo>
                  <a:pt x="109956" y="414499"/>
                  <a:pt x="89030" y="419681"/>
                  <a:pt x="67846" y="419233"/>
                </a:cubicBezTo>
                <a:cubicBezTo>
                  <a:pt x="46729" y="419681"/>
                  <a:pt x="25869" y="414499"/>
                  <a:pt x="7410" y="404212"/>
                </a:cubicBezTo>
                <a:cubicBezTo>
                  <a:pt x="5943" y="403269"/>
                  <a:pt x="4057" y="403269"/>
                  <a:pt x="2600" y="404221"/>
                </a:cubicBezTo>
                <a:cubicBezTo>
                  <a:pt x="1047" y="404964"/>
                  <a:pt x="76" y="406536"/>
                  <a:pt x="95" y="408260"/>
                </a:cubicBezTo>
                <a:lnTo>
                  <a:pt x="95" y="427510"/>
                </a:lnTo>
                <a:cubicBezTo>
                  <a:pt x="95" y="443864"/>
                  <a:pt x="28003" y="461962"/>
                  <a:pt x="67846" y="461962"/>
                </a:cubicBezTo>
                <a:cubicBezTo>
                  <a:pt x="107689" y="461962"/>
                  <a:pt x="135797" y="443864"/>
                  <a:pt x="135797" y="427701"/>
                </a:cubicBezTo>
                <a:lnTo>
                  <a:pt x="135797" y="408260"/>
                </a:lnTo>
                <a:moveTo>
                  <a:pt x="95" y="365721"/>
                </a:moveTo>
                <a:cubicBezTo>
                  <a:pt x="95" y="381885"/>
                  <a:pt x="28003" y="399983"/>
                  <a:pt x="67846" y="399983"/>
                </a:cubicBezTo>
                <a:cubicBezTo>
                  <a:pt x="107689" y="399983"/>
                  <a:pt x="135797" y="381885"/>
                  <a:pt x="135797" y="365721"/>
                </a:cubicBezTo>
                <a:lnTo>
                  <a:pt x="135797" y="346471"/>
                </a:lnTo>
                <a:cubicBezTo>
                  <a:pt x="135816" y="344757"/>
                  <a:pt x="134845" y="343176"/>
                  <a:pt x="133292" y="342433"/>
                </a:cubicBezTo>
                <a:cubicBezTo>
                  <a:pt x="131825" y="341480"/>
                  <a:pt x="129949" y="341480"/>
                  <a:pt x="128482" y="342433"/>
                </a:cubicBezTo>
                <a:cubicBezTo>
                  <a:pt x="109956" y="352710"/>
                  <a:pt x="89030" y="357892"/>
                  <a:pt x="67846" y="357444"/>
                </a:cubicBezTo>
                <a:cubicBezTo>
                  <a:pt x="46729" y="357892"/>
                  <a:pt x="25869" y="352710"/>
                  <a:pt x="7410" y="342433"/>
                </a:cubicBezTo>
                <a:cubicBezTo>
                  <a:pt x="5943" y="341480"/>
                  <a:pt x="4057" y="341480"/>
                  <a:pt x="2600" y="342433"/>
                </a:cubicBezTo>
                <a:cubicBezTo>
                  <a:pt x="1047" y="343176"/>
                  <a:pt x="76" y="344757"/>
                  <a:pt x="95" y="346471"/>
                </a:cubicBezTo>
                <a:lnTo>
                  <a:pt x="95" y="365721"/>
                </a:lnTo>
                <a:moveTo>
                  <a:pt x="95" y="303742"/>
                </a:moveTo>
                <a:cubicBezTo>
                  <a:pt x="85" y="322668"/>
                  <a:pt x="30422" y="338004"/>
                  <a:pt x="67846" y="338004"/>
                </a:cubicBezTo>
                <a:cubicBezTo>
                  <a:pt x="105270" y="338004"/>
                  <a:pt x="135607" y="322668"/>
                  <a:pt x="135607" y="303742"/>
                </a:cubicBezTo>
                <a:cubicBezTo>
                  <a:pt x="135607" y="284816"/>
                  <a:pt x="105270" y="269471"/>
                  <a:pt x="67846" y="269471"/>
                </a:cubicBezTo>
                <a:cubicBezTo>
                  <a:pt x="30422" y="269471"/>
                  <a:pt x="85" y="284816"/>
                  <a:pt x="95" y="303742"/>
                </a:cubicBezTo>
                <a:moveTo>
                  <a:pt x="462057" y="408260"/>
                </a:moveTo>
                <a:cubicBezTo>
                  <a:pt x="462076" y="406536"/>
                  <a:pt x="461105" y="404964"/>
                  <a:pt x="459552" y="404221"/>
                </a:cubicBezTo>
                <a:cubicBezTo>
                  <a:pt x="458095" y="403269"/>
                  <a:pt x="456209" y="403269"/>
                  <a:pt x="454742" y="404221"/>
                </a:cubicBezTo>
                <a:cubicBezTo>
                  <a:pt x="436283" y="414499"/>
                  <a:pt x="415423" y="419681"/>
                  <a:pt x="394306" y="419233"/>
                </a:cubicBezTo>
                <a:cubicBezTo>
                  <a:pt x="373122" y="419681"/>
                  <a:pt x="352196" y="414499"/>
                  <a:pt x="333670" y="404212"/>
                </a:cubicBezTo>
                <a:cubicBezTo>
                  <a:pt x="332203" y="403269"/>
                  <a:pt x="330327" y="403269"/>
                  <a:pt x="328860" y="404221"/>
                </a:cubicBezTo>
                <a:cubicBezTo>
                  <a:pt x="327307" y="404964"/>
                  <a:pt x="326336" y="406536"/>
                  <a:pt x="326355" y="408260"/>
                </a:cubicBezTo>
                <a:lnTo>
                  <a:pt x="326355" y="427510"/>
                </a:lnTo>
                <a:cubicBezTo>
                  <a:pt x="327317" y="443864"/>
                  <a:pt x="354263" y="461962"/>
                  <a:pt x="394306" y="461962"/>
                </a:cubicBezTo>
                <a:cubicBezTo>
                  <a:pt x="434340" y="461962"/>
                  <a:pt x="462057" y="443864"/>
                  <a:pt x="462057" y="427701"/>
                </a:cubicBezTo>
                <a:lnTo>
                  <a:pt x="462057" y="408260"/>
                </a:lnTo>
                <a:moveTo>
                  <a:pt x="327317" y="365721"/>
                </a:moveTo>
                <a:cubicBezTo>
                  <a:pt x="327317" y="381885"/>
                  <a:pt x="355225" y="399983"/>
                  <a:pt x="395268" y="399983"/>
                </a:cubicBezTo>
                <a:cubicBezTo>
                  <a:pt x="435302" y="399983"/>
                  <a:pt x="462057" y="381885"/>
                  <a:pt x="462057" y="365721"/>
                </a:cubicBezTo>
                <a:lnTo>
                  <a:pt x="462057" y="346471"/>
                </a:lnTo>
                <a:cubicBezTo>
                  <a:pt x="462076" y="344757"/>
                  <a:pt x="461105" y="343176"/>
                  <a:pt x="459552" y="342433"/>
                </a:cubicBezTo>
                <a:cubicBezTo>
                  <a:pt x="458095" y="341480"/>
                  <a:pt x="456209" y="341480"/>
                  <a:pt x="454742" y="342433"/>
                </a:cubicBezTo>
                <a:cubicBezTo>
                  <a:pt x="436283" y="352710"/>
                  <a:pt x="415423" y="357892"/>
                  <a:pt x="394306" y="357444"/>
                </a:cubicBezTo>
                <a:cubicBezTo>
                  <a:pt x="373122" y="357892"/>
                  <a:pt x="352196" y="352710"/>
                  <a:pt x="333670" y="342433"/>
                </a:cubicBezTo>
                <a:cubicBezTo>
                  <a:pt x="332203" y="341480"/>
                  <a:pt x="330327" y="341480"/>
                  <a:pt x="328860" y="342433"/>
                </a:cubicBezTo>
                <a:cubicBezTo>
                  <a:pt x="327679" y="343414"/>
                  <a:pt x="327098" y="344947"/>
                  <a:pt x="327317" y="346471"/>
                </a:cubicBezTo>
                <a:lnTo>
                  <a:pt x="327317" y="365721"/>
                </a:lnTo>
                <a:moveTo>
                  <a:pt x="326545" y="303742"/>
                </a:moveTo>
                <a:cubicBezTo>
                  <a:pt x="326545" y="322668"/>
                  <a:pt x="356882" y="338004"/>
                  <a:pt x="394306" y="338004"/>
                </a:cubicBezTo>
                <a:cubicBezTo>
                  <a:pt x="431730" y="338004"/>
                  <a:pt x="462067" y="322668"/>
                  <a:pt x="462057" y="303742"/>
                </a:cubicBezTo>
                <a:cubicBezTo>
                  <a:pt x="462067" y="284816"/>
                  <a:pt x="431730" y="269471"/>
                  <a:pt x="394306" y="269471"/>
                </a:cubicBezTo>
                <a:cubicBezTo>
                  <a:pt x="356882" y="269471"/>
                  <a:pt x="326545" y="284816"/>
                  <a:pt x="326545" y="303742"/>
                </a:cubicBezTo>
                <a:moveTo>
                  <a:pt x="462057" y="138779"/>
                </a:moveTo>
                <a:cubicBezTo>
                  <a:pt x="462076" y="137064"/>
                  <a:pt x="461105" y="135483"/>
                  <a:pt x="459552" y="134740"/>
                </a:cubicBezTo>
                <a:cubicBezTo>
                  <a:pt x="458095" y="133788"/>
                  <a:pt x="456209" y="133788"/>
                  <a:pt x="454742" y="134740"/>
                </a:cubicBezTo>
                <a:cubicBezTo>
                  <a:pt x="436283" y="145018"/>
                  <a:pt x="415423" y="150199"/>
                  <a:pt x="394306" y="149752"/>
                </a:cubicBezTo>
                <a:cubicBezTo>
                  <a:pt x="373122" y="150199"/>
                  <a:pt x="352196" y="145018"/>
                  <a:pt x="333670" y="134740"/>
                </a:cubicBezTo>
                <a:cubicBezTo>
                  <a:pt x="332203" y="133788"/>
                  <a:pt x="330327" y="133788"/>
                  <a:pt x="328860" y="134740"/>
                </a:cubicBezTo>
                <a:cubicBezTo>
                  <a:pt x="327307" y="135483"/>
                  <a:pt x="326336" y="137064"/>
                  <a:pt x="326355" y="138779"/>
                </a:cubicBezTo>
                <a:lnTo>
                  <a:pt x="326355" y="158029"/>
                </a:lnTo>
                <a:cubicBezTo>
                  <a:pt x="327317" y="174393"/>
                  <a:pt x="354263" y="192481"/>
                  <a:pt x="394306" y="192481"/>
                </a:cubicBezTo>
                <a:cubicBezTo>
                  <a:pt x="434340" y="192481"/>
                  <a:pt x="462057" y="174393"/>
                  <a:pt x="462057" y="158219"/>
                </a:cubicBezTo>
                <a:lnTo>
                  <a:pt x="462057" y="138779"/>
                </a:lnTo>
                <a:moveTo>
                  <a:pt x="327317" y="96240"/>
                </a:moveTo>
                <a:cubicBezTo>
                  <a:pt x="327317" y="112414"/>
                  <a:pt x="355225" y="130502"/>
                  <a:pt x="395268" y="130502"/>
                </a:cubicBezTo>
                <a:cubicBezTo>
                  <a:pt x="435302" y="130502"/>
                  <a:pt x="462057" y="112414"/>
                  <a:pt x="462057" y="96240"/>
                </a:cubicBezTo>
                <a:lnTo>
                  <a:pt x="462057" y="76990"/>
                </a:lnTo>
                <a:cubicBezTo>
                  <a:pt x="462076" y="75276"/>
                  <a:pt x="461105" y="73694"/>
                  <a:pt x="459552" y="72951"/>
                </a:cubicBezTo>
                <a:cubicBezTo>
                  <a:pt x="458095" y="71999"/>
                  <a:pt x="456209" y="71999"/>
                  <a:pt x="454742" y="72951"/>
                </a:cubicBezTo>
                <a:cubicBezTo>
                  <a:pt x="436283" y="83238"/>
                  <a:pt x="415423" y="88420"/>
                  <a:pt x="394306" y="87963"/>
                </a:cubicBezTo>
                <a:cubicBezTo>
                  <a:pt x="373122" y="88411"/>
                  <a:pt x="352196" y="83229"/>
                  <a:pt x="333670" y="72951"/>
                </a:cubicBezTo>
                <a:cubicBezTo>
                  <a:pt x="332203" y="71999"/>
                  <a:pt x="330327" y="71999"/>
                  <a:pt x="328860" y="72951"/>
                </a:cubicBezTo>
                <a:cubicBezTo>
                  <a:pt x="327679" y="73942"/>
                  <a:pt x="327098" y="75466"/>
                  <a:pt x="327317" y="76990"/>
                </a:cubicBezTo>
                <a:lnTo>
                  <a:pt x="327317" y="96240"/>
                </a:lnTo>
                <a:moveTo>
                  <a:pt x="326545" y="34261"/>
                </a:moveTo>
                <a:cubicBezTo>
                  <a:pt x="326545" y="53187"/>
                  <a:pt x="356882" y="68532"/>
                  <a:pt x="394306" y="68532"/>
                </a:cubicBezTo>
                <a:cubicBezTo>
                  <a:pt x="431730" y="68532"/>
                  <a:pt x="462067" y="53187"/>
                  <a:pt x="462057" y="34261"/>
                </a:cubicBezTo>
                <a:cubicBezTo>
                  <a:pt x="462067" y="15335"/>
                  <a:pt x="431730" y="0"/>
                  <a:pt x="394306" y="0"/>
                </a:cubicBezTo>
                <a:cubicBezTo>
                  <a:pt x="356882" y="0"/>
                  <a:pt x="326545" y="15335"/>
                  <a:pt x="326545" y="34261"/>
                </a:cubicBezTo>
                <a:moveTo>
                  <a:pt x="135797" y="138779"/>
                </a:moveTo>
                <a:cubicBezTo>
                  <a:pt x="135816" y="137064"/>
                  <a:pt x="134845" y="135483"/>
                  <a:pt x="133292" y="134740"/>
                </a:cubicBezTo>
                <a:cubicBezTo>
                  <a:pt x="131825" y="133788"/>
                  <a:pt x="129949" y="133788"/>
                  <a:pt x="128482" y="134740"/>
                </a:cubicBezTo>
                <a:cubicBezTo>
                  <a:pt x="109956" y="145018"/>
                  <a:pt x="89030" y="150199"/>
                  <a:pt x="67846" y="149752"/>
                </a:cubicBezTo>
                <a:cubicBezTo>
                  <a:pt x="46729" y="150199"/>
                  <a:pt x="25869" y="145018"/>
                  <a:pt x="7410" y="134740"/>
                </a:cubicBezTo>
                <a:cubicBezTo>
                  <a:pt x="5943" y="133788"/>
                  <a:pt x="4057" y="133788"/>
                  <a:pt x="2600" y="134740"/>
                </a:cubicBezTo>
                <a:cubicBezTo>
                  <a:pt x="1047" y="135483"/>
                  <a:pt x="76" y="137064"/>
                  <a:pt x="95" y="138779"/>
                </a:cubicBezTo>
                <a:lnTo>
                  <a:pt x="95" y="158029"/>
                </a:lnTo>
                <a:cubicBezTo>
                  <a:pt x="95" y="174393"/>
                  <a:pt x="28003" y="192481"/>
                  <a:pt x="67846" y="192481"/>
                </a:cubicBezTo>
                <a:cubicBezTo>
                  <a:pt x="107689" y="192481"/>
                  <a:pt x="135797" y="174393"/>
                  <a:pt x="135797" y="158219"/>
                </a:cubicBezTo>
                <a:lnTo>
                  <a:pt x="135797" y="138779"/>
                </a:lnTo>
                <a:moveTo>
                  <a:pt x="95" y="96240"/>
                </a:moveTo>
                <a:cubicBezTo>
                  <a:pt x="95" y="112414"/>
                  <a:pt x="28003" y="130502"/>
                  <a:pt x="67846" y="130502"/>
                </a:cubicBezTo>
                <a:cubicBezTo>
                  <a:pt x="107689" y="130502"/>
                  <a:pt x="135797" y="112414"/>
                  <a:pt x="135797" y="96240"/>
                </a:cubicBezTo>
                <a:lnTo>
                  <a:pt x="135797" y="76990"/>
                </a:lnTo>
                <a:cubicBezTo>
                  <a:pt x="135816" y="75276"/>
                  <a:pt x="134845" y="73694"/>
                  <a:pt x="133292" y="72951"/>
                </a:cubicBezTo>
                <a:cubicBezTo>
                  <a:pt x="131825" y="71999"/>
                  <a:pt x="129949" y="71999"/>
                  <a:pt x="128482" y="72951"/>
                </a:cubicBezTo>
                <a:cubicBezTo>
                  <a:pt x="109956" y="83229"/>
                  <a:pt x="89030" y="88411"/>
                  <a:pt x="67846" y="87963"/>
                </a:cubicBezTo>
                <a:cubicBezTo>
                  <a:pt x="46710" y="88353"/>
                  <a:pt x="25850" y="83105"/>
                  <a:pt x="7410" y="72761"/>
                </a:cubicBezTo>
                <a:cubicBezTo>
                  <a:pt x="5943" y="71808"/>
                  <a:pt x="4057" y="71808"/>
                  <a:pt x="2600" y="72761"/>
                </a:cubicBezTo>
                <a:cubicBezTo>
                  <a:pt x="981" y="73532"/>
                  <a:pt x="0" y="75209"/>
                  <a:pt x="95" y="76990"/>
                </a:cubicBezTo>
                <a:lnTo>
                  <a:pt x="95" y="96240"/>
                </a:lnTo>
                <a:moveTo>
                  <a:pt x="95" y="34261"/>
                </a:moveTo>
                <a:cubicBezTo>
                  <a:pt x="85" y="53187"/>
                  <a:pt x="30422" y="68532"/>
                  <a:pt x="67846" y="68532"/>
                </a:cubicBezTo>
                <a:cubicBezTo>
                  <a:pt x="105270" y="68532"/>
                  <a:pt x="135607" y="53187"/>
                  <a:pt x="135607" y="34261"/>
                </a:cubicBezTo>
                <a:cubicBezTo>
                  <a:pt x="135607" y="15335"/>
                  <a:pt x="105270" y="0"/>
                  <a:pt x="67846" y="0"/>
                </a:cubicBezTo>
                <a:cubicBezTo>
                  <a:pt x="30422" y="0"/>
                  <a:pt x="85" y="15335"/>
                  <a:pt x="95" y="34261"/>
                </a:cubicBezTo>
                <a:moveTo>
                  <a:pt x="148694" y="299504"/>
                </a:moveTo>
                <a:cubicBezTo>
                  <a:pt x="143065" y="305142"/>
                  <a:pt x="143065" y="314277"/>
                  <a:pt x="148694" y="319906"/>
                </a:cubicBezTo>
                <a:cubicBezTo>
                  <a:pt x="151609" y="322287"/>
                  <a:pt x="155152" y="323754"/>
                  <a:pt x="158896" y="324145"/>
                </a:cubicBezTo>
                <a:cubicBezTo>
                  <a:pt x="162725" y="324164"/>
                  <a:pt x="166401" y="322630"/>
                  <a:pt x="169097" y="319906"/>
                </a:cubicBezTo>
                <a:lnTo>
                  <a:pt x="226837" y="262166"/>
                </a:lnTo>
                <a:cubicBezTo>
                  <a:pt x="227752" y="261223"/>
                  <a:pt x="229000" y="260689"/>
                  <a:pt x="230304" y="260689"/>
                </a:cubicBezTo>
                <a:cubicBezTo>
                  <a:pt x="231609" y="260689"/>
                  <a:pt x="232867" y="261223"/>
                  <a:pt x="233772" y="262166"/>
                </a:cubicBezTo>
                <a:lnTo>
                  <a:pt x="293055" y="321449"/>
                </a:lnTo>
                <a:cubicBezTo>
                  <a:pt x="295808" y="324088"/>
                  <a:pt x="299446" y="325602"/>
                  <a:pt x="303256" y="325678"/>
                </a:cubicBezTo>
                <a:cubicBezTo>
                  <a:pt x="304533" y="325869"/>
                  <a:pt x="305828" y="325869"/>
                  <a:pt x="307105" y="325678"/>
                </a:cubicBezTo>
                <a:cubicBezTo>
                  <a:pt x="309467" y="325040"/>
                  <a:pt x="311638" y="323850"/>
                  <a:pt x="313458" y="322221"/>
                </a:cubicBezTo>
                <a:cubicBezTo>
                  <a:pt x="319087" y="316582"/>
                  <a:pt x="319087" y="307447"/>
                  <a:pt x="313458" y="301818"/>
                </a:cubicBezTo>
                <a:lnTo>
                  <a:pt x="308067" y="295846"/>
                </a:lnTo>
                <a:lnTo>
                  <a:pt x="254174" y="241763"/>
                </a:lnTo>
                <a:cubicBezTo>
                  <a:pt x="253231" y="240849"/>
                  <a:pt x="252698" y="239601"/>
                  <a:pt x="252698" y="238296"/>
                </a:cubicBezTo>
                <a:cubicBezTo>
                  <a:pt x="252698" y="236991"/>
                  <a:pt x="253231" y="235734"/>
                  <a:pt x="254174" y="234829"/>
                </a:cubicBezTo>
                <a:lnTo>
                  <a:pt x="310762" y="178241"/>
                </a:lnTo>
                <a:cubicBezTo>
                  <a:pt x="311324" y="177498"/>
                  <a:pt x="311838" y="176726"/>
                  <a:pt x="312305" y="175926"/>
                </a:cubicBezTo>
                <a:cubicBezTo>
                  <a:pt x="316201" y="170306"/>
                  <a:pt x="315553" y="162715"/>
                  <a:pt x="310762" y="157838"/>
                </a:cubicBezTo>
                <a:cubicBezTo>
                  <a:pt x="309962" y="156962"/>
                  <a:pt x="309057" y="156181"/>
                  <a:pt x="308067" y="155524"/>
                </a:cubicBezTo>
                <a:cubicBezTo>
                  <a:pt x="302599" y="152476"/>
                  <a:pt x="295770" y="153419"/>
                  <a:pt x="291322" y="157838"/>
                </a:cubicBezTo>
                <a:lnTo>
                  <a:pt x="234734" y="214426"/>
                </a:lnTo>
                <a:cubicBezTo>
                  <a:pt x="233829" y="215369"/>
                  <a:pt x="232571" y="215903"/>
                  <a:pt x="231266" y="215903"/>
                </a:cubicBezTo>
                <a:cubicBezTo>
                  <a:pt x="229962" y="215903"/>
                  <a:pt x="228714" y="215369"/>
                  <a:pt x="227799" y="214426"/>
                </a:cubicBezTo>
                <a:lnTo>
                  <a:pt x="171211" y="158610"/>
                </a:lnTo>
                <a:cubicBezTo>
                  <a:pt x="166897" y="154476"/>
                  <a:pt x="160524" y="153333"/>
                  <a:pt x="155047" y="155724"/>
                </a:cubicBezTo>
                <a:cubicBezTo>
                  <a:pt x="153495" y="156457"/>
                  <a:pt x="152066" y="157429"/>
                  <a:pt x="150809" y="158610"/>
                </a:cubicBezTo>
                <a:cubicBezTo>
                  <a:pt x="145332" y="163649"/>
                  <a:pt x="144741" y="172097"/>
                  <a:pt x="149466" y="177860"/>
                </a:cubicBezTo>
                <a:cubicBezTo>
                  <a:pt x="149771" y="178584"/>
                  <a:pt x="150237" y="179241"/>
                  <a:pt x="150809" y="179784"/>
                </a:cubicBezTo>
                <a:lnTo>
                  <a:pt x="206435" y="235600"/>
                </a:lnTo>
                <a:cubicBezTo>
                  <a:pt x="207378" y="236505"/>
                  <a:pt x="207911" y="237763"/>
                  <a:pt x="207911" y="239067"/>
                </a:cubicBezTo>
                <a:cubicBezTo>
                  <a:pt x="207911" y="240372"/>
                  <a:pt x="207378" y="241620"/>
                  <a:pt x="206435" y="242535"/>
                </a:cubicBezTo>
                <a:lnTo>
                  <a:pt x="154085" y="294693"/>
                </a:lnTo>
                <a:lnTo>
                  <a:pt x="148694" y="299504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2671" y="1427514"/>
            <a:ext cx="433968" cy="440702"/>
          </a:xfrm>
          <a:custGeom>
            <a:avLst/>
            <a:gdLst/>
            <a:ahLst/>
            <a:cxnLst/>
            <a:rect l="0" t="0" r="0" b="0"/>
            <a:pathLst>
              <a:path w="433968" h="440702">
                <a:moveTo>
                  <a:pt x="278682" y="69675"/>
                </a:moveTo>
                <a:cubicBezTo>
                  <a:pt x="278682" y="108175"/>
                  <a:pt x="216293" y="139350"/>
                  <a:pt x="139322" y="139350"/>
                </a:cubicBezTo>
                <a:cubicBezTo>
                  <a:pt x="62388" y="139350"/>
                  <a:pt x="0" y="108175"/>
                  <a:pt x="0" y="69675"/>
                </a:cubicBezTo>
                <a:cubicBezTo>
                  <a:pt x="0" y="31194"/>
                  <a:pt x="62369" y="0"/>
                  <a:pt x="139341" y="0"/>
                </a:cubicBezTo>
                <a:cubicBezTo>
                  <a:pt x="216293" y="0"/>
                  <a:pt x="278701" y="31194"/>
                  <a:pt x="278701" y="69675"/>
                </a:cubicBezTo>
                <a:moveTo>
                  <a:pt x="139322" y="168192"/>
                </a:moveTo>
                <a:cubicBezTo>
                  <a:pt x="181317" y="168192"/>
                  <a:pt x="220760" y="159734"/>
                  <a:pt x="250774" y="144741"/>
                </a:cubicBezTo>
                <a:cubicBezTo>
                  <a:pt x="260784" y="139807"/>
                  <a:pt x="270157" y="133673"/>
                  <a:pt x="278682" y="126472"/>
                </a:cubicBezTo>
                <a:lnTo>
                  <a:pt x="278682" y="192976"/>
                </a:lnTo>
                <a:cubicBezTo>
                  <a:pt x="278644" y="193405"/>
                  <a:pt x="278625" y="193843"/>
                  <a:pt x="278625" y="194271"/>
                </a:cubicBezTo>
                <a:cubicBezTo>
                  <a:pt x="278625" y="207073"/>
                  <a:pt x="267862" y="222561"/>
                  <a:pt x="241592" y="235696"/>
                </a:cubicBezTo>
                <a:cubicBezTo>
                  <a:pt x="216160" y="248392"/>
                  <a:pt x="180032" y="256670"/>
                  <a:pt x="139341" y="256670"/>
                </a:cubicBezTo>
                <a:cubicBezTo>
                  <a:pt x="98650" y="256670"/>
                  <a:pt x="62522" y="248392"/>
                  <a:pt x="37090" y="235696"/>
                </a:cubicBezTo>
                <a:cubicBezTo>
                  <a:pt x="10820" y="222561"/>
                  <a:pt x="38" y="207073"/>
                  <a:pt x="38" y="194271"/>
                </a:cubicBezTo>
                <a:cubicBezTo>
                  <a:pt x="47" y="193843"/>
                  <a:pt x="28" y="193405"/>
                  <a:pt x="0" y="192976"/>
                </a:cubicBezTo>
                <a:lnTo>
                  <a:pt x="0" y="126472"/>
                </a:lnTo>
                <a:cubicBezTo>
                  <a:pt x="8524" y="133683"/>
                  <a:pt x="17897" y="139817"/>
                  <a:pt x="27908" y="144741"/>
                </a:cubicBezTo>
                <a:cubicBezTo>
                  <a:pt x="57902" y="159753"/>
                  <a:pt x="97335" y="168192"/>
                  <a:pt x="139341" y="168192"/>
                </a:cubicBezTo>
                <a:moveTo>
                  <a:pt x="19" y="246297"/>
                </a:moveTo>
                <a:lnTo>
                  <a:pt x="19" y="306447"/>
                </a:lnTo>
                <a:cubicBezTo>
                  <a:pt x="19" y="344928"/>
                  <a:pt x="62388" y="376132"/>
                  <a:pt x="139360" y="376132"/>
                </a:cubicBezTo>
                <a:cubicBezTo>
                  <a:pt x="168506" y="376132"/>
                  <a:pt x="195567" y="371646"/>
                  <a:pt x="217931" y="364007"/>
                </a:cubicBezTo>
                <a:cubicBezTo>
                  <a:pt x="212740" y="350758"/>
                  <a:pt x="213683" y="335889"/>
                  <a:pt x="220494" y="323402"/>
                </a:cubicBezTo>
                <a:cubicBezTo>
                  <a:pt x="227314" y="310905"/>
                  <a:pt x="239306" y="302075"/>
                  <a:pt x="253250" y="299265"/>
                </a:cubicBezTo>
                <a:cubicBezTo>
                  <a:pt x="262889" y="297237"/>
                  <a:pt x="271729" y="292446"/>
                  <a:pt x="278701" y="285492"/>
                </a:cubicBezTo>
                <a:lnTo>
                  <a:pt x="278701" y="246297"/>
                </a:lnTo>
                <a:cubicBezTo>
                  <a:pt x="271186" y="252202"/>
                  <a:pt x="263080" y="257308"/>
                  <a:pt x="254507" y="261527"/>
                </a:cubicBezTo>
                <a:cubicBezTo>
                  <a:pt x="224285" y="276634"/>
                  <a:pt x="183556" y="285569"/>
                  <a:pt x="139360" y="285569"/>
                </a:cubicBezTo>
                <a:cubicBezTo>
                  <a:pt x="95145" y="285569"/>
                  <a:pt x="54416" y="276634"/>
                  <a:pt x="24193" y="261527"/>
                </a:cubicBezTo>
                <a:cubicBezTo>
                  <a:pt x="15630" y="257308"/>
                  <a:pt x="7524" y="252202"/>
                  <a:pt x="19" y="246297"/>
                </a:cubicBezTo>
                <a:moveTo>
                  <a:pt x="355330" y="263852"/>
                </a:moveTo>
                <a:cubicBezTo>
                  <a:pt x="353996" y="257079"/>
                  <a:pt x="348062" y="252193"/>
                  <a:pt x="341156" y="252193"/>
                </a:cubicBezTo>
                <a:cubicBezTo>
                  <a:pt x="334260" y="252193"/>
                  <a:pt x="328317" y="257079"/>
                  <a:pt x="326993" y="263852"/>
                </a:cubicBezTo>
                <a:cubicBezTo>
                  <a:pt x="320220" y="298342"/>
                  <a:pt x="293112" y="325640"/>
                  <a:pt x="259889" y="332317"/>
                </a:cubicBezTo>
                <a:cubicBezTo>
                  <a:pt x="253164" y="333689"/>
                  <a:pt x="248326" y="339604"/>
                  <a:pt x="248326" y="346471"/>
                </a:cubicBezTo>
                <a:cubicBezTo>
                  <a:pt x="248326" y="353329"/>
                  <a:pt x="253164" y="359244"/>
                  <a:pt x="259889" y="360616"/>
                </a:cubicBezTo>
                <a:cubicBezTo>
                  <a:pt x="293112" y="367293"/>
                  <a:pt x="320201" y="394554"/>
                  <a:pt x="326974" y="429044"/>
                </a:cubicBezTo>
                <a:cubicBezTo>
                  <a:pt x="328298" y="435816"/>
                  <a:pt x="334241" y="440702"/>
                  <a:pt x="341137" y="440702"/>
                </a:cubicBezTo>
                <a:cubicBezTo>
                  <a:pt x="348043" y="440702"/>
                  <a:pt x="353977" y="435816"/>
                  <a:pt x="355311" y="429044"/>
                </a:cubicBezTo>
                <a:cubicBezTo>
                  <a:pt x="362083" y="394554"/>
                  <a:pt x="389181" y="367293"/>
                  <a:pt x="422405" y="360616"/>
                </a:cubicBezTo>
                <a:cubicBezTo>
                  <a:pt x="429139" y="359244"/>
                  <a:pt x="433968" y="353329"/>
                  <a:pt x="433968" y="346471"/>
                </a:cubicBezTo>
                <a:cubicBezTo>
                  <a:pt x="433968" y="339604"/>
                  <a:pt x="429139" y="333689"/>
                  <a:pt x="422405" y="332317"/>
                </a:cubicBezTo>
                <a:cubicBezTo>
                  <a:pt x="389181" y="325640"/>
                  <a:pt x="362083" y="298342"/>
                  <a:pt x="355330" y="263852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0022" y="2224509"/>
            <a:ext cx="462534" cy="462734"/>
          </a:xfrm>
          <a:custGeom>
            <a:avLst/>
            <a:gdLst/>
            <a:ahLst/>
            <a:cxnLst/>
            <a:rect l="0" t="0" r="0" b="0"/>
            <a:pathLst>
              <a:path w="462534" h="462734">
                <a:moveTo>
                  <a:pt x="38909" y="462734"/>
                </a:moveTo>
                <a:cubicBezTo>
                  <a:pt x="28279" y="462734"/>
                  <a:pt x="19659" y="454113"/>
                  <a:pt x="19659" y="443483"/>
                </a:cubicBezTo>
                <a:lnTo>
                  <a:pt x="19659" y="202692"/>
                </a:lnTo>
                <a:cubicBezTo>
                  <a:pt x="19659" y="192052"/>
                  <a:pt x="28279" y="183441"/>
                  <a:pt x="38909" y="183441"/>
                </a:cubicBezTo>
                <a:cubicBezTo>
                  <a:pt x="49539" y="183441"/>
                  <a:pt x="58159" y="192052"/>
                  <a:pt x="58159" y="202692"/>
                </a:cubicBezTo>
                <a:lnTo>
                  <a:pt x="58159" y="443483"/>
                </a:lnTo>
                <a:cubicBezTo>
                  <a:pt x="58159" y="454113"/>
                  <a:pt x="49539" y="462734"/>
                  <a:pt x="38909" y="462734"/>
                </a:cubicBezTo>
                <a:moveTo>
                  <a:pt x="423872" y="462734"/>
                </a:moveTo>
                <a:cubicBezTo>
                  <a:pt x="413242" y="462734"/>
                  <a:pt x="404631" y="454113"/>
                  <a:pt x="404631" y="443483"/>
                </a:cubicBezTo>
                <a:lnTo>
                  <a:pt x="404631" y="202692"/>
                </a:lnTo>
                <a:cubicBezTo>
                  <a:pt x="404631" y="192052"/>
                  <a:pt x="413242" y="183441"/>
                  <a:pt x="423872" y="183441"/>
                </a:cubicBezTo>
                <a:cubicBezTo>
                  <a:pt x="434501" y="183441"/>
                  <a:pt x="443122" y="192052"/>
                  <a:pt x="443122" y="202692"/>
                </a:cubicBezTo>
                <a:lnTo>
                  <a:pt x="443122" y="443483"/>
                </a:lnTo>
                <a:cubicBezTo>
                  <a:pt x="443122" y="454113"/>
                  <a:pt x="434501" y="462734"/>
                  <a:pt x="423872" y="462734"/>
                </a:cubicBezTo>
                <a:moveTo>
                  <a:pt x="173650" y="205768"/>
                </a:moveTo>
                <a:lnTo>
                  <a:pt x="289140" y="205768"/>
                </a:lnTo>
                <a:cubicBezTo>
                  <a:pt x="289140" y="205768"/>
                  <a:pt x="298761" y="205768"/>
                  <a:pt x="298761" y="215388"/>
                </a:cubicBezTo>
                <a:lnTo>
                  <a:pt x="298761" y="311629"/>
                </a:lnTo>
                <a:cubicBezTo>
                  <a:pt x="298761" y="311629"/>
                  <a:pt x="298761" y="321259"/>
                  <a:pt x="289140" y="321259"/>
                </a:cubicBezTo>
                <a:lnTo>
                  <a:pt x="173650" y="321259"/>
                </a:lnTo>
                <a:cubicBezTo>
                  <a:pt x="173650" y="321259"/>
                  <a:pt x="164020" y="321259"/>
                  <a:pt x="164020" y="311629"/>
                </a:cubicBezTo>
                <a:lnTo>
                  <a:pt x="164020" y="215388"/>
                </a:lnTo>
                <a:cubicBezTo>
                  <a:pt x="164020" y="215388"/>
                  <a:pt x="164020" y="205768"/>
                  <a:pt x="173650" y="205768"/>
                </a:cubicBezTo>
                <a:moveTo>
                  <a:pt x="250640" y="340509"/>
                </a:moveTo>
                <a:lnTo>
                  <a:pt x="366131" y="340509"/>
                </a:lnTo>
                <a:cubicBezTo>
                  <a:pt x="366131" y="340509"/>
                  <a:pt x="375751" y="340509"/>
                  <a:pt x="375751" y="350129"/>
                </a:cubicBezTo>
                <a:lnTo>
                  <a:pt x="375751" y="446370"/>
                </a:lnTo>
                <a:cubicBezTo>
                  <a:pt x="375751" y="446370"/>
                  <a:pt x="375751" y="455999"/>
                  <a:pt x="366131" y="455999"/>
                </a:cubicBezTo>
                <a:lnTo>
                  <a:pt x="250640" y="455999"/>
                </a:lnTo>
                <a:cubicBezTo>
                  <a:pt x="250640" y="455999"/>
                  <a:pt x="241011" y="455999"/>
                  <a:pt x="241011" y="446370"/>
                </a:cubicBezTo>
                <a:lnTo>
                  <a:pt x="241011" y="350129"/>
                </a:lnTo>
                <a:cubicBezTo>
                  <a:pt x="241011" y="350129"/>
                  <a:pt x="241011" y="340509"/>
                  <a:pt x="250640" y="340509"/>
                </a:cubicBezTo>
                <a:moveTo>
                  <a:pt x="96650" y="340509"/>
                </a:moveTo>
                <a:lnTo>
                  <a:pt x="212140" y="340509"/>
                </a:lnTo>
                <a:cubicBezTo>
                  <a:pt x="212140" y="340509"/>
                  <a:pt x="221770" y="340509"/>
                  <a:pt x="221770" y="350129"/>
                </a:cubicBezTo>
                <a:lnTo>
                  <a:pt x="221770" y="446370"/>
                </a:lnTo>
                <a:cubicBezTo>
                  <a:pt x="221770" y="446370"/>
                  <a:pt x="221770" y="455999"/>
                  <a:pt x="212140" y="455999"/>
                </a:cubicBezTo>
                <a:lnTo>
                  <a:pt x="96650" y="455999"/>
                </a:lnTo>
                <a:cubicBezTo>
                  <a:pt x="96650" y="455999"/>
                  <a:pt x="87029" y="455999"/>
                  <a:pt x="87029" y="446370"/>
                </a:cubicBezTo>
                <a:lnTo>
                  <a:pt x="87029" y="350129"/>
                </a:lnTo>
                <a:cubicBezTo>
                  <a:pt x="87029" y="350129"/>
                  <a:pt x="87029" y="340509"/>
                  <a:pt x="96650" y="340509"/>
                </a:cubicBezTo>
                <a:moveTo>
                  <a:pt x="451789" y="164191"/>
                </a:moveTo>
                <a:cubicBezTo>
                  <a:pt x="454713" y="164144"/>
                  <a:pt x="457495" y="162906"/>
                  <a:pt x="459495" y="160762"/>
                </a:cubicBezTo>
                <a:cubicBezTo>
                  <a:pt x="461486" y="158619"/>
                  <a:pt x="462534" y="155762"/>
                  <a:pt x="462372" y="152838"/>
                </a:cubicBezTo>
                <a:lnTo>
                  <a:pt x="462372" y="87201"/>
                </a:lnTo>
                <a:cubicBezTo>
                  <a:pt x="462448" y="82524"/>
                  <a:pt x="459609" y="78305"/>
                  <a:pt x="455247" y="76609"/>
                </a:cubicBezTo>
                <a:lnTo>
                  <a:pt x="245059" y="771"/>
                </a:lnTo>
                <a:cubicBezTo>
                  <a:pt x="243011" y="0"/>
                  <a:pt x="240753" y="0"/>
                  <a:pt x="238706" y="771"/>
                </a:cubicBezTo>
                <a:lnTo>
                  <a:pt x="7724" y="75838"/>
                </a:lnTo>
                <a:cubicBezTo>
                  <a:pt x="2981" y="77628"/>
                  <a:pt x="0" y="82343"/>
                  <a:pt x="409" y="87391"/>
                </a:cubicBezTo>
                <a:lnTo>
                  <a:pt x="409" y="152838"/>
                </a:lnTo>
                <a:cubicBezTo>
                  <a:pt x="247" y="155762"/>
                  <a:pt x="1295" y="158619"/>
                  <a:pt x="3286" y="160762"/>
                </a:cubicBezTo>
                <a:cubicBezTo>
                  <a:pt x="5286" y="162906"/>
                  <a:pt x="8067" y="164144"/>
                  <a:pt x="10991" y="164191"/>
                </a:cubicBezTo>
                <a:lnTo>
                  <a:pt x="451789" y="164191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4919" y="2225281"/>
            <a:ext cx="269481" cy="461962"/>
          </a:xfrm>
          <a:custGeom>
            <a:avLst/>
            <a:gdLst/>
            <a:ahLst/>
            <a:cxnLst/>
            <a:rect l="0" t="0" r="0" b="0"/>
            <a:pathLst>
              <a:path w="269481" h="461962">
                <a:moveTo>
                  <a:pt x="240611" y="0"/>
                </a:moveTo>
                <a:lnTo>
                  <a:pt x="28870" y="0"/>
                </a:lnTo>
                <a:cubicBezTo>
                  <a:pt x="12925" y="0"/>
                  <a:pt x="0" y="12925"/>
                  <a:pt x="0" y="28870"/>
                </a:cubicBezTo>
                <a:lnTo>
                  <a:pt x="0" y="76990"/>
                </a:lnTo>
                <a:cubicBezTo>
                  <a:pt x="0" y="82305"/>
                  <a:pt x="4314" y="86620"/>
                  <a:pt x="9629" y="86620"/>
                </a:cubicBezTo>
                <a:lnTo>
                  <a:pt x="259851" y="86620"/>
                </a:lnTo>
                <a:cubicBezTo>
                  <a:pt x="265166" y="86620"/>
                  <a:pt x="269481" y="82305"/>
                  <a:pt x="269481" y="76990"/>
                </a:cubicBezTo>
                <a:lnTo>
                  <a:pt x="269481" y="28870"/>
                </a:lnTo>
                <a:cubicBezTo>
                  <a:pt x="269481" y="12925"/>
                  <a:pt x="256555" y="0"/>
                  <a:pt x="240611" y="0"/>
                </a:cubicBezTo>
                <a:moveTo>
                  <a:pt x="9629" y="115490"/>
                </a:moveTo>
                <a:lnTo>
                  <a:pt x="259851" y="115490"/>
                </a:lnTo>
                <a:cubicBezTo>
                  <a:pt x="259851" y="115490"/>
                  <a:pt x="269481" y="115490"/>
                  <a:pt x="269481" y="125110"/>
                </a:cubicBezTo>
                <a:lnTo>
                  <a:pt x="269481" y="182860"/>
                </a:lnTo>
                <a:cubicBezTo>
                  <a:pt x="269481" y="182860"/>
                  <a:pt x="269481" y="192481"/>
                  <a:pt x="259851" y="192481"/>
                </a:cubicBezTo>
                <a:lnTo>
                  <a:pt x="9629" y="192481"/>
                </a:lnTo>
                <a:cubicBezTo>
                  <a:pt x="9629" y="192481"/>
                  <a:pt x="0" y="192481"/>
                  <a:pt x="0" y="182860"/>
                </a:cubicBezTo>
                <a:lnTo>
                  <a:pt x="0" y="125110"/>
                </a:lnTo>
                <a:cubicBezTo>
                  <a:pt x="0" y="125110"/>
                  <a:pt x="0" y="115490"/>
                  <a:pt x="9629" y="115490"/>
                </a:cubicBezTo>
                <a:moveTo>
                  <a:pt x="9629" y="221361"/>
                </a:moveTo>
                <a:lnTo>
                  <a:pt x="259851" y="221361"/>
                </a:lnTo>
                <a:cubicBezTo>
                  <a:pt x="259851" y="221361"/>
                  <a:pt x="269481" y="221361"/>
                  <a:pt x="269481" y="230981"/>
                </a:cubicBezTo>
                <a:lnTo>
                  <a:pt x="269481" y="288731"/>
                </a:lnTo>
                <a:cubicBezTo>
                  <a:pt x="269481" y="288731"/>
                  <a:pt x="269481" y="298351"/>
                  <a:pt x="259851" y="298351"/>
                </a:cubicBezTo>
                <a:lnTo>
                  <a:pt x="9629" y="298351"/>
                </a:lnTo>
                <a:cubicBezTo>
                  <a:pt x="9629" y="298351"/>
                  <a:pt x="0" y="298351"/>
                  <a:pt x="0" y="288731"/>
                </a:cubicBezTo>
                <a:lnTo>
                  <a:pt x="0" y="230981"/>
                </a:lnTo>
                <a:cubicBezTo>
                  <a:pt x="0" y="230981"/>
                  <a:pt x="0" y="221361"/>
                  <a:pt x="9629" y="221361"/>
                </a:cubicBezTo>
                <a:moveTo>
                  <a:pt x="259851" y="327221"/>
                </a:moveTo>
                <a:lnTo>
                  <a:pt x="9629" y="327221"/>
                </a:lnTo>
                <a:cubicBezTo>
                  <a:pt x="4314" y="327221"/>
                  <a:pt x="0" y="331536"/>
                  <a:pt x="0" y="336851"/>
                </a:cubicBezTo>
                <a:lnTo>
                  <a:pt x="0" y="442712"/>
                </a:lnTo>
                <a:cubicBezTo>
                  <a:pt x="0" y="453342"/>
                  <a:pt x="8620" y="461962"/>
                  <a:pt x="19250" y="461962"/>
                </a:cubicBezTo>
                <a:cubicBezTo>
                  <a:pt x="29879" y="461962"/>
                  <a:pt x="38500" y="453342"/>
                  <a:pt x="38500" y="442712"/>
                </a:cubicBezTo>
                <a:lnTo>
                  <a:pt x="38500" y="433092"/>
                </a:lnTo>
                <a:cubicBezTo>
                  <a:pt x="38500" y="427777"/>
                  <a:pt x="42805" y="423462"/>
                  <a:pt x="48120" y="423462"/>
                </a:cubicBezTo>
                <a:lnTo>
                  <a:pt x="221361" y="423462"/>
                </a:lnTo>
                <a:cubicBezTo>
                  <a:pt x="226675" y="423462"/>
                  <a:pt x="230981" y="427777"/>
                  <a:pt x="230981" y="433092"/>
                </a:cubicBezTo>
                <a:lnTo>
                  <a:pt x="230981" y="442712"/>
                </a:lnTo>
                <a:cubicBezTo>
                  <a:pt x="230981" y="453342"/>
                  <a:pt x="239601" y="461962"/>
                  <a:pt x="250231" y="461962"/>
                </a:cubicBezTo>
                <a:cubicBezTo>
                  <a:pt x="260861" y="461962"/>
                  <a:pt x="269481" y="453342"/>
                  <a:pt x="269481" y="442712"/>
                </a:cubicBezTo>
                <a:lnTo>
                  <a:pt x="269481" y="336851"/>
                </a:lnTo>
                <a:cubicBezTo>
                  <a:pt x="269481" y="331536"/>
                  <a:pt x="265166" y="327221"/>
                  <a:pt x="259851" y="327221"/>
                </a:cubicBezTo>
                <a:moveTo>
                  <a:pt x="163610" y="380152"/>
                </a:moveTo>
                <a:lnTo>
                  <a:pt x="105870" y="380152"/>
                </a:lnTo>
                <a:cubicBezTo>
                  <a:pt x="97897" y="380152"/>
                  <a:pt x="91430" y="373694"/>
                  <a:pt x="91430" y="365721"/>
                </a:cubicBezTo>
                <a:cubicBezTo>
                  <a:pt x="91430" y="357749"/>
                  <a:pt x="97897" y="351281"/>
                  <a:pt x="105870" y="351281"/>
                </a:cubicBezTo>
                <a:lnTo>
                  <a:pt x="163610" y="351281"/>
                </a:lnTo>
                <a:cubicBezTo>
                  <a:pt x="171583" y="351281"/>
                  <a:pt x="178050" y="357749"/>
                  <a:pt x="178050" y="365721"/>
                </a:cubicBezTo>
                <a:cubicBezTo>
                  <a:pt x="178050" y="373694"/>
                  <a:pt x="171583" y="380152"/>
                  <a:pt x="163610" y="380152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4" name="Group 13"/>
          <p:cNvGrpSpPr/>
          <p:nvPr/>
        </p:nvGrpSpPr>
        <p:grpSpPr>
          <a:xfrm>
            <a:off x="4046935" y="608412"/>
            <a:ext cx="1094784" cy="461961"/>
            <a:chOff x="3998714" y="608409"/>
            <a:chExt cx="1094784" cy="461961"/>
          </a:xfrm>
        </p:grpSpPr>
        <p:sp>
          <p:nvSpPr>
            <p:cNvPr id="12" name="TextBox 11"/>
            <p:cNvSpPr txBox="1"/>
            <p:nvPr/>
          </p:nvSpPr>
          <p:spPr>
            <a:xfrm>
              <a:off x="3998714" y="608409"/>
              <a:ext cx="1094784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Fast Query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98714" y="839390"/>
              <a:ext cx="1094784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Performance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165181" y="608412"/>
            <a:ext cx="1193720" cy="461961"/>
            <a:chOff x="7116960" y="608409"/>
            <a:chExt cx="1193720" cy="461961"/>
          </a:xfrm>
        </p:grpSpPr>
        <p:sp>
          <p:nvSpPr>
            <p:cNvPr id="15" name="TextBox 14"/>
            <p:cNvSpPr txBox="1"/>
            <p:nvPr/>
          </p:nvSpPr>
          <p:spPr>
            <a:xfrm>
              <a:off x="7116960" y="608409"/>
              <a:ext cx="11937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Slower Query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16960" y="839390"/>
              <a:ext cx="1193720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Performance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38746" y="371478"/>
            <a:ext cx="2301240" cy="1200149"/>
            <a:chOff x="390525" y="371475"/>
            <a:chExt cx="2301240" cy="1200149"/>
          </a:xfrm>
        </p:grpSpPr>
        <p:sp>
          <p:nvSpPr>
            <p:cNvPr id="18" name="TextBox 17"/>
            <p:cNvSpPr txBox="1"/>
            <p:nvPr/>
          </p:nvSpPr>
          <p:spPr>
            <a:xfrm>
              <a:off x="390525" y="371475"/>
              <a:ext cx="2301240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Dimen-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0525" y="771524"/>
              <a:ext cx="230124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sional Data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0525" y="1171574"/>
              <a:ext cx="230124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Modeling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046935" y="1416846"/>
            <a:ext cx="1066085" cy="461961"/>
            <a:chOff x="3998714" y="1416843"/>
            <a:chExt cx="1066085" cy="461961"/>
          </a:xfrm>
        </p:grpSpPr>
        <p:sp>
          <p:nvSpPr>
            <p:cNvPr id="22" name="TextBox 21"/>
            <p:cNvSpPr txBox="1"/>
            <p:nvPr/>
          </p:nvSpPr>
          <p:spPr>
            <a:xfrm>
              <a:off x="3998714" y="1416843"/>
              <a:ext cx="1066085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High Data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98714" y="1647824"/>
              <a:ext cx="1066085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Redundancy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65181" y="1416846"/>
            <a:ext cx="1066085" cy="461961"/>
            <a:chOff x="7116960" y="1416843"/>
            <a:chExt cx="1066085" cy="461961"/>
          </a:xfrm>
        </p:grpSpPr>
        <p:sp>
          <p:nvSpPr>
            <p:cNvPr id="25" name="TextBox 24"/>
            <p:cNvSpPr txBox="1"/>
            <p:nvPr/>
          </p:nvSpPr>
          <p:spPr>
            <a:xfrm>
              <a:off x="7116960" y="1416843"/>
              <a:ext cx="1066085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Low Data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116960" y="1647824"/>
              <a:ext cx="1066085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Redundancy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38746" y="1743078"/>
            <a:ext cx="2288143" cy="457200"/>
            <a:chOff x="390525" y="1743075"/>
            <a:chExt cx="2288143" cy="457200"/>
          </a:xfrm>
        </p:grpSpPr>
        <p:sp>
          <p:nvSpPr>
            <p:cNvPr id="28" name="TextBox 27"/>
            <p:cNvSpPr txBox="1"/>
            <p:nvPr/>
          </p:nvSpPr>
          <p:spPr>
            <a:xfrm>
              <a:off x="390525" y="1743075"/>
              <a:ext cx="22881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Star Schema vs. Snowflake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0525" y="1971675"/>
              <a:ext cx="22881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Schema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046935" y="2225281"/>
            <a:ext cx="1191701" cy="461961"/>
            <a:chOff x="3998714" y="2225278"/>
            <a:chExt cx="1191701" cy="461961"/>
          </a:xfrm>
        </p:grpSpPr>
        <p:sp>
          <p:nvSpPr>
            <p:cNvPr id="31" name="TextBox 30"/>
            <p:cNvSpPr txBox="1"/>
            <p:nvPr/>
          </p:nvSpPr>
          <p:spPr>
            <a:xfrm>
              <a:off x="3998714" y="2225278"/>
              <a:ext cx="1191701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More Storage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98714" y="2456259"/>
              <a:ext cx="1191701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Space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165181" y="2225281"/>
            <a:ext cx="1113234" cy="461961"/>
            <a:chOff x="7116960" y="2225278"/>
            <a:chExt cx="1113234" cy="461961"/>
          </a:xfrm>
        </p:grpSpPr>
        <p:sp>
          <p:nvSpPr>
            <p:cNvPr id="34" name="TextBox 33"/>
            <p:cNvSpPr txBox="1"/>
            <p:nvPr/>
          </p:nvSpPr>
          <p:spPr>
            <a:xfrm>
              <a:off x="7116960" y="2225278"/>
              <a:ext cx="1113234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Less Storage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116960" y="2456259"/>
              <a:ext cx="1113234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Space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958171" y="3842149"/>
            <a:ext cx="1063342" cy="2309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384F61"/>
                </a:solidFill>
                <a:latin typeface="Georgia"/>
              </a:rPr>
              <a:t>Star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575" y="3842149"/>
            <a:ext cx="1591027" cy="2309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384F61"/>
                </a:solidFill>
                <a:latin typeface="Georgia"/>
              </a:rPr>
              <a:t>Snowflake Schema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438746" y="4010070"/>
            <a:ext cx="2163727" cy="761952"/>
            <a:chOff x="390525" y="4010067"/>
            <a:chExt cx="2163727" cy="761952"/>
          </a:xfrm>
        </p:grpSpPr>
        <p:sp>
          <p:nvSpPr>
            <p:cNvPr id="39" name="TextBox 38"/>
            <p:cNvSpPr txBox="1"/>
            <p:nvPr/>
          </p:nvSpPr>
          <p:spPr>
            <a:xfrm>
              <a:off x="390525" y="4010067"/>
              <a:ext cx="216372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Star Schema: A central Fact Table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0525" y="4200567"/>
              <a:ext cx="216372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connected to Dimension Tables.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525" y="4391067"/>
              <a:ext cx="216372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Snowflake Schema: Normalized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0525" y="4581567"/>
              <a:ext cx="2163727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Dimension Tables.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016" y="492918"/>
            <a:ext cx="3106702" cy="2078831"/>
          </a:xfrm>
          <a:custGeom>
            <a:avLst/>
            <a:gdLst/>
            <a:ahLst/>
            <a:cxnLst/>
            <a:rect l="0" t="0" r="0" b="0"/>
            <a:pathLst>
              <a:path w="3106702" h="2078831">
                <a:moveTo>
                  <a:pt x="0" y="2078831"/>
                </a:moveTo>
                <a:lnTo>
                  <a:pt x="1247298" y="2078831"/>
                </a:lnTo>
                <a:lnTo>
                  <a:pt x="1247298" y="1951786"/>
                </a:lnTo>
                <a:lnTo>
                  <a:pt x="1178004" y="1951786"/>
                </a:lnTo>
                <a:lnTo>
                  <a:pt x="1385887" y="1743903"/>
                </a:lnTo>
                <a:lnTo>
                  <a:pt x="1593770" y="1951786"/>
                </a:lnTo>
                <a:lnTo>
                  <a:pt x="1524476" y="1951786"/>
                </a:lnTo>
                <a:lnTo>
                  <a:pt x="1524476" y="2078831"/>
                </a:lnTo>
                <a:lnTo>
                  <a:pt x="2771775" y="2078831"/>
                </a:lnTo>
                <a:lnTo>
                  <a:pt x="2771775" y="1663065"/>
                </a:lnTo>
                <a:lnTo>
                  <a:pt x="2898809" y="1663065"/>
                </a:lnTo>
                <a:lnTo>
                  <a:pt x="2898809" y="1732359"/>
                </a:lnTo>
                <a:lnTo>
                  <a:pt x="3106702" y="1524476"/>
                </a:lnTo>
                <a:lnTo>
                  <a:pt x="2898809" y="1316593"/>
                </a:lnTo>
                <a:lnTo>
                  <a:pt x="2898809" y="1385887"/>
                </a:lnTo>
                <a:lnTo>
                  <a:pt x="2771775" y="1385887"/>
                </a:lnTo>
                <a:lnTo>
                  <a:pt x="2771775" y="0"/>
                </a:lnTo>
                <a:lnTo>
                  <a:pt x="0" y="0"/>
                </a:lnTo>
                <a:lnTo>
                  <a:pt x="0" y="2078831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7016" y="492918"/>
            <a:ext cx="3106697" cy="2078831"/>
          </a:xfrm>
          <a:custGeom>
            <a:avLst/>
            <a:gdLst/>
            <a:ahLst/>
            <a:cxnLst/>
            <a:rect l="0" t="0" r="0" b="0"/>
            <a:pathLst>
              <a:path w="3106697" h="2078831">
                <a:moveTo>
                  <a:pt x="2771775" y="1385887"/>
                </a:moveTo>
                <a:lnTo>
                  <a:pt x="2771775" y="0"/>
                </a:lnTo>
                <a:lnTo>
                  <a:pt x="0" y="0"/>
                </a:lnTo>
                <a:lnTo>
                  <a:pt x="0" y="1385887"/>
                </a:lnTo>
                <a:moveTo>
                  <a:pt x="2771775" y="1385887"/>
                </a:moveTo>
                <a:lnTo>
                  <a:pt x="2898814" y="1385887"/>
                </a:lnTo>
                <a:lnTo>
                  <a:pt x="2898814" y="1316593"/>
                </a:lnTo>
                <a:lnTo>
                  <a:pt x="3106697" y="1524476"/>
                </a:lnTo>
                <a:lnTo>
                  <a:pt x="2898814" y="1732359"/>
                </a:lnTo>
                <a:lnTo>
                  <a:pt x="2898814" y="1663064"/>
                </a:lnTo>
                <a:lnTo>
                  <a:pt x="2771775" y="1663064"/>
                </a:lnTo>
                <a:lnTo>
                  <a:pt x="2771775" y="2078831"/>
                </a:lnTo>
                <a:lnTo>
                  <a:pt x="1524476" y="2078831"/>
                </a:lnTo>
                <a:lnTo>
                  <a:pt x="1524476" y="1951791"/>
                </a:lnTo>
                <a:lnTo>
                  <a:pt x="1593770" y="1951791"/>
                </a:lnTo>
                <a:lnTo>
                  <a:pt x="1385887" y="1743908"/>
                </a:lnTo>
                <a:lnTo>
                  <a:pt x="1178004" y="1951791"/>
                </a:lnTo>
                <a:lnTo>
                  <a:pt x="1247298" y="1951791"/>
                </a:lnTo>
                <a:lnTo>
                  <a:pt x="1247298" y="2078831"/>
                </a:lnTo>
                <a:lnTo>
                  <a:pt x="0" y="2078831"/>
                </a:lnTo>
                <a:lnTo>
                  <a:pt x="0" y="1385887"/>
                </a:lnTo>
              </a:path>
            </a:pathLst>
          </a:custGeom>
          <a:noFill/>
          <a:ln w="3464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68791" y="492918"/>
            <a:ext cx="2771775" cy="2413758"/>
          </a:xfrm>
          <a:custGeom>
            <a:avLst/>
            <a:gdLst/>
            <a:ahLst/>
            <a:cxnLst/>
            <a:rect l="0" t="0" r="0" b="0"/>
            <a:pathLst>
              <a:path w="2771775" h="2413758">
                <a:moveTo>
                  <a:pt x="0" y="1385887"/>
                </a:moveTo>
                <a:lnTo>
                  <a:pt x="127034" y="1385887"/>
                </a:lnTo>
                <a:lnTo>
                  <a:pt x="127034" y="1316593"/>
                </a:lnTo>
                <a:lnTo>
                  <a:pt x="334918" y="1524476"/>
                </a:lnTo>
                <a:lnTo>
                  <a:pt x="127034" y="1732359"/>
                </a:lnTo>
                <a:lnTo>
                  <a:pt x="127034" y="1663065"/>
                </a:lnTo>
                <a:lnTo>
                  <a:pt x="0" y="1663065"/>
                </a:lnTo>
                <a:lnTo>
                  <a:pt x="0" y="2078831"/>
                </a:lnTo>
                <a:lnTo>
                  <a:pt x="1247298" y="2078831"/>
                </a:lnTo>
                <a:lnTo>
                  <a:pt x="1247298" y="2205875"/>
                </a:lnTo>
                <a:lnTo>
                  <a:pt x="1178004" y="2205875"/>
                </a:lnTo>
                <a:lnTo>
                  <a:pt x="1385887" y="2413758"/>
                </a:lnTo>
                <a:lnTo>
                  <a:pt x="1593770" y="2205875"/>
                </a:lnTo>
                <a:lnTo>
                  <a:pt x="1524476" y="2205875"/>
                </a:lnTo>
                <a:lnTo>
                  <a:pt x="1524476" y="2078831"/>
                </a:lnTo>
                <a:lnTo>
                  <a:pt x="2771775" y="2078831"/>
                </a:lnTo>
                <a:lnTo>
                  <a:pt x="2771775" y="0"/>
                </a:lnTo>
                <a:lnTo>
                  <a:pt x="0" y="0"/>
                </a:lnTo>
                <a:lnTo>
                  <a:pt x="0" y="1385887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8791" y="492918"/>
            <a:ext cx="2771775" cy="2413754"/>
          </a:xfrm>
          <a:custGeom>
            <a:avLst/>
            <a:gdLst/>
            <a:ahLst/>
            <a:cxnLst/>
            <a:rect l="0" t="0" r="0" b="0"/>
            <a:pathLst>
              <a:path w="2771775" h="2413754">
                <a:moveTo>
                  <a:pt x="2771775" y="1247298"/>
                </a:moveTo>
                <a:lnTo>
                  <a:pt x="2771775" y="2078831"/>
                </a:lnTo>
                <a:lnTo>
                  <a:pt x="1524476" y="2078831"/>
                </a:lnTo>
                <a:lnTo>
                  <a:pt x="1524476" y="2205871"/>
                </a:lnTo>
                <a:lnTo>
                  <a:pt x="1593770" y="2205871"/>
                </a:lnTo>
                <a:lnTo>
                  <a:pt x="1385887" y="2413754"/>
                </a:lnTo>
                <a:lnTo>
                  <a:pt x="1178004" y="2205871"/>
                </a:lnTo>
                <a:lnTo>
                  <a:pt x="1247298" y="2205871"/>
                </a:lnTo>
                <a:lnTo>
                  <a:pt x="1247298" y="2078831"/>
                </a:lnTo>
                <a:lnTo>
                  <a:pt x="0" y="2078831"/>
                </a:lnTo>
                <a:lnTo>
                  <a:pt x="0" y="1663065"/>
                </a:lnTo>
                <a:lnTo>
                  <a:pt x="127039" y="1663065"/>
                </a:lnTo>
                <a:lnTo>
                  <a:pt x="127039" y="1732359"/>
                </a:lnTo>
                <a:lnTo>
                  <a:pt x="334922" y="1524476"/>
                </a:lnTo>
                <a:lnTo>
                  <a:pt x="127039" y="1316593"/>
                </a:lnTo>
                <a:lnTo>
                  <a:pt x="127039" y="1385887"/>
                </a:lnTo>
                <a:lnTo>
                  <a:pt x="0" y="1385887"/>
                </a:lnTo>
                <a:lnTo>
                  <a:pt x="0" y="1247298"/>
                </a:lnTo>
                <a:moveTo>
                  <a:pt x="2771775" y="1385887"/>
                </a:moveTo>
                <a:lnTo>
                  <a:pt x="2771775" y="0"/>
                </a:lnTo>
                <a:lnTo>
                  <a:pt x="0" y="0"/>
                </a:lnTo>
                <a:lnTo>
                  <a:pt x="0" y="1385887"/>
                </a:lnTo>
              </a:path>
            </a:pathLst>
          </a:custGeom>
          <a:noFill/>
          <a:ln w="3464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016" y="2236830"/>
            <a:ext cx="2771775" cy="2413749"/>
          </a:xfrm>
          <a:custGeom>
            <a:avLst/>
            <a:gdLst/>
            <a:ahLst/>
            <a:cxnLst/>
            <a:rect l="0" t="0" r="0" b="0"/>
            <a:pathLst>
              <a:path w="2771775" h="2413749">
                <a:moveTo>
                  <a:pt x="2771775" y="2413749"/>
                </a:moveTo>
                <a:lnTo>
                  <a:pt x="0" y="2413749"/>
                </a:lnTo>
                <a:lnTo>
                  <a:pt x="0" y="334918"/>
                </a:lnTo>
                <a:lnTo>
                  <a:pt x="1247298" y="334918"/>
                </a:lnTo>
                <a:lnTo>
                  <a:pt x="1247298" y="207883"/>
                </a:lnTo>
                <a:lnTo>
                  <a:pt x="1178004" y="207883"/>
                </a:lnTo>
                <a:lnTo>
                  <a:pt x="1385887" y="0"/>
                </a:lnTo>
                <a:lnTo>
                  <a:pt x="1593770" y="207883"/>
                </a:lnTo>
                <a:lnTo>
                  <a:pt x="1524476" y="207883"/>
                </a:lnTo>
                <a:lnTo>
                  <a:pt x="1524476" y="334918"/>
                </a:lnTo>
                <a:lnTo>
                  <a:pt x="2771775" y="334918"/>
                </a:lnTo>
                <a:lnTo>
                  <a:pt x="2771775" y="750684"/>
                </a:lnTo>
                <a:lnTo>
                  <a:pt x="2644740" y="750684"/>
                </a:lnTo>
                <a:lnTo>
                  <a:pt x="2644740" y="681389"/>
                </a:lnTo>
                <a:lnTo>
                  <a:pt x="2436847" y="889273"/>
                </a:lnTo>
                <a:lnTo>
                  <a:pt x="2644740" y="1097156"/>
                </a:lnTo>
                <a:lnTo>
                  <a:pt x="2644740" y="1027861"/>
                </a:lnTo>
                <a:lnTo>
                  <a:pt x="2771775" y="1027861"/>
                </a:lnTo>
                <a:lnTo>
                  <a:pt x="2771775" y="241374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016" y="2236827"/>
            <a:ext cx="2771775" cy="2413754"/>
          </a:xfrm>
          <a:custGeom>
            <a:avLst/>
            <a:gdLst/>
            <a:ahLst/>
            <a:cxnLst/>
            <a:rect l="0" t="0" r="0" b="0"/>
            <a:pathLst>
              <a:path w="2771775" h="2413754">
                <a:moveTo>
                  <a:pt x="2771775" y="1166455"/>
                </a:moveTo>
                <a:lnTo>
                  <a:pt x="2771775" y="1027866"/>
                </a:lnTo>
                <a:lnTo>
                  <a:pt x="2644735" y="1027866"/>
                </a:lnTo>
                <a:lnTo>
                  <a:pt x="2644735" y="1097160"/>
                </a:lnTo>
                <a:lnTo>
                  <a:pt x="2436852" y="889277"/>
                </a:lnTo>
                <a:lnTo>
                  <a:pt x="2644735" y="681394"/>
                </a:lnTo>
                <a:lnTo>
                  <a:pt x="2644735" y="750689"/>
                </a:lnTo>
                <a:lnTo>
                  <a:pt x="2771775" y="750689"/>
                </a:lnTo>
                <a:lnTo>
                  <a:pt x="2771775" y="334922"/>
                </a:lnTo>
                <a:lnTo>
                  <a:pt x="1524476" y="334922"/>
                </a:lnTo>
                <a:lnTo>
                  <a:pt x="1524476" y="207883"/>
                </a:lnTo>
                <a:lnTo>
                  <a:pt x="1593770" y="207883"/>
                </a:lnTo>
                <a:lnTo>
                  <a:pt x="1385887" y="0"/>
                </a:lnTo>
                <a:lnTo>
                  <a:pt x="1178004" y="207883"/>
                </a:lnTo>
                <a:lnTo>
                  <a:pt x="1247298" y="207883"/>
                </a:lnTo>
                <a:lnTo>
                  <a:pt x="1247298" y="334922"/>
                </a:lnTo>
                <a:lnTo>
                  <a:pt x="0" y="334922"/>
                </a:lnTo>
                <a:lnTo>
                  <a:pt x="0" y="1166455"/>
                </a:lnTo>
                <a:moveTo>
                  <a:pt x="2771775" y="1166455"/>
                </a:moveTo>
                <a:lnTo>
                  <a:pt x="2771775" y="1720810"/>
                </a:lnTo>
                <a:moveTo>
                  <a:pt x="0" y="1720810"/>
                </a:moveTo>
                <a:lnTo>
                  <a:pt x="0" y="1166455"/>
                </a:lnTo>
                <a:moveTo>
                  <a:pt x="2771775" y="1720810"/>
                </a:moveTo>
                <a:lnTo>
                  <a:pt x="2771775" y="2413754"/>
                </a:lnTo>
                <a:lnTo>
                  <a:pt x="0" y="2413754"/>
                </a:lnTo>
                <a:lnTo>
                  <a:pt x="0" y="1720810"/>
                </a:lnTo>
              </a:path>
            </a:pathLst>
          </a:custGeom>
          <a:noFill/>
          <a:ln w="3464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3868" y="2571750"/>
            <a:ext cx="3106693" cy="2078831"/>
          </a:xfrm>
          <a:custGeom>
            <a:avLst/>
            <a:gdLst/>
            <a:ahLst/>
            <a:cxnLst/>
            <a:rect l="0" t="0" r="0" b="0"/>
            <a:pathLst>
              <a:path w="3106693" h="2078831">
                <a:moveTo>
                  <a:pt x="334918" y="2078831"/>
                </a:moveTo>
                <a:lnTo>
                  <a:pt x="3106693" y="2078831"/>
                </a:lnTo>
                <a:lnTo>
                  <a:pt x="3106693" y="0"/>
                </a:lnTo>
                <a:lnTo>
                  <a:pt x="1859394" y="0"/>
                </a:lnTo>
                <a:lnTo>
                  <a:pt x="1859394" y="127034"/>
                </a:lnTo>
                <a:lnTo>
                  <a:pt x="1928688" y="127034"/>
                </a:lnTo>
                <a:lnTo>
                  <a:pt x="1720805" y="334918"/>
                </a:lnTo>
                <a:lnTo>
                  <a:pt x="1512922" y="127034"/>
                </a:lnTo>
                <a:lnTo>
                  <a:pt x="1582216" y="127034"/>
                </a:lnTo>
                <a:lnTo>
                  <a:pt x="1582216" y="0"/>
                </a:lnTo>
                <a:lnTo>
                  <a:pt x="334918" y="0"/>
                </a:lnTo>
                <a:lnTo>
                  <a:pt x="334918" y="415766"/>
                </a:lnTo>
                <a:lnTo>
                  <a:pt x="207883" y="415766"/>
                </a:lnTo>
                <a:lnTo>
                  <a:pt x="207883" y="346471"/>
                </a:lnTo>
                <a:lnTo>
                  <a:pt x="0" y="554354"/>
                </a:lnTo>
                <a:lnTo>
                  <a:pt x="207883" y="762238"/>
                </a:lnTo>
                <a:lnTo>
                  <a:pt x="207883" y="692943"/>
                </a:lnTo>
                <a:lnTo>
                  <a:pt x="334918" y="692943"/>
                </a:lnTo>
                <a:lnTo>
                  <a:pt x="334918" y="2078831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3868" y="2571750"/>
            <a:ext cx="3106697" cy="2078831"/>
          </a:xfrm>
          <a:custGeom>
            <a:avLst/>
            <a:gdLst/>
            <a:ahLst/>
            <a:cxnLst/>
            <a:rect l="0" t="0" r="0" b="0"/>
            <a:pathLst>
              <a:path w="3106697" h="2078831">
                <a:moveTo>
                  <a:pt x="334922" y="831532"/>
                </a:moveTo>
                <a:lnTo>
                  <a:pt x="334922" y="692943"/>
                </a:lnTo>
                <a:lnTo>
                  <a:pt x="207883" y="692943"/>
                </a:lnTo>
                <a:lnTo>
                  <a:pt x="207883" y="762238"/>
                </a:lnTo>
                <a:lnTo>
                  <a:pt x="0" y="554354"/>
                </a:lnTo>
                <a:lnTo>
                  <a:pt x="207883" y="346471"/>
                </a:lnTo>
                <a:lnTo>
                  <a:pt x="207883" y="415766"/>
                </a:lnTo>
                <a:lnTo>
                  <a:pt x="334922" y="415766"/>
                </a:lnTo>
                <a:lnTo>
                  <a:pt x="334922" y="0"/>
                </a:lnTo>
                <a:lnTo>
                  <a:pt x="1582221" y="0"/>
                </a:lnTo>
                <a:lnTo>
                  <a:pt x="1582221" y="127039"/>
                </a:lnTo>
                <a:lnTo>
                  <a:pt x="1512927" y="127039"/>
                </a:lnTo>
                <a:lnTo>
                  <a:pt x="1720810" y="334922"/>
                </a:lnTo>
                <a:lnTo>
                  <a:pt x="1928693" y="127039"/>
                </a:lnTo>
                <a:lnTo>
                  <a:pt x="1859399" y="127039"/>
                </a:lnTo>
                <a:lnTo>
                  <a:pt x="1859399" y="0"/>
                </a:lnTo>
                <a:lnTo>
                  <a:pt x="3106697" y="0"/>
                </a:lnTo>
                <a:lnTo>
                  <a:pt x="3106697" y="831532"/>
                </a:lnTo>
                <a:moveTo>
                  <a:pt x="3106697" y="831532"/>
                </a:moveTo>
                <a:lnTo>
                  <a:pt x="3106697" y="1385887"/>
                </a:lnTo>
                <a:moveTo>
                  <a:pt x="334922" y="1385887"/>
                </a:moveTo>
                <a:lnTo>
                  <a:pt x="334922" y="831532"/>
                </a:lnTo>
                <a:moveTo>
                  <a:pt x="3106697" y="1385887"/>
                </a:moveTo>
                <a:lnTo>
                  <a:pt x="3106697" y="2078831"/>
                </a:lnTo>
                <a:lnTo>
                  <a:pt x="334922" y="2078831"/>
                </a:lnTo>
                <a:lnTo>
                  <a:pt x="334922" y="1385887"/>
                </a:lnTo>
              </a:path>
            </a:pathLst>
          </a:custGeom>
          <a:noFill/>
          <a:ln w="3464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469" y="908686"/>
            <a:ext cx="113347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384F61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3611" y="908686"/>
            <a:ext cx="145018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384F61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32" y="1324452"/>
            <a:ext cx="1352073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384F61"/>
                </a:solidFill>
                <a:latin typeface="Georgia"/>
              </a:rPr>
              <a:t>User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3607" y="1324452"/>
            <a:ext cx="1572701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384F61"/>
                </a:solidFill>
                <a:latin typeface="Georgia"/>
              </a:rPr>
              <a:t>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832" y="1740210"/>
            <a:ext cx="1631156" cy="2078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384F61"/>
                </a:solidFill>
                <a:latin typeface="Georgia"/>
              </a:rPr>
              <a:t>User initiates a query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603607" y="1740216"/>
            <a:ext cx="1749742" cy="415765"/>
            <a:chOff x="3578066" y="1740216"/>
            <a:chExt cx="1749742" cy="415765"/>
          </a:xfrm>
        </p:grpSpPr>
        <p:sp>
          <p:nvSpPr>
            <p:cNvPr id="15" name="TextBox 14"/>
            <p:cNvSpPr txBox="1"/>
            <p:nvPr/>
          </p:nvSpPr>
          <p:spPr>
            <a:xfrm>
              <a:off x="3578066" y="1740216"/>
              <a:ext cx="1749742" cy="207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384F61"/>
                  </a:solidFill>
                  <a:latin typeface="Georgia"/>
                </a:rPr>
                <a:t>Query is optimized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78066" y="1948051"/>
              <a:ext cx="1749742" cy="207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384F61"/>
                  </a:solidFill>
                  <a:latin typeface="Georgia"/>
                </a:rPr>
                <a:t>efficiency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31091" y="1219223"/>
            <a:ext cx="2415892" cy="1600200"/>
            <a:chOff x="6305550" y="1219223"/>
            <a:chExt cx="2415892" cy="1600200"/>
          </a:xfrm>
        </p:grpSpPr>
        <p:sp>
          <p:nvSpPr>
            <p:cNvPr id="18" name="TextBox 17"/>
            <p:cNvSpPr txBox="1"/>
            <p:nvPr/>
          </p:nvSpPr>
          <p:spPr>
            <a:xfrm>
              <a:off x="6305550" y="1219223"/>
              <a:ext cx="241589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Query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05550" y="1619273"/>
              <a:ext cx="241589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Processing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05550" y="2019323"/>
              <a:ext cx="241589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&amp; Computa-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05550" y="2419373"/>
              <a:ext cx="241589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tion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31829" y="2987518"/>
            <a:ext cx="150371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384F61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3602" y="2987518"/>
            <a:ext cx="144541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384F61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32" y="3403283"/>
            <a:ext cx="882491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384F61"/>
                </a:solidFill>
                <a:latin typeface="Georgia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3607" y="3403283"/>
            <a:ext cx="1195511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384F61"/>
                </a:solidFill>
                <a:latin typeface="Georgia"/>
              </a:rPr>
              <a:t>Execution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331091" y="3162319"/>
            <a:ext cx="2228373" cy="761952"/>
            <a:chOff x="6305550" y="3162319"/>
            <a:chExt cx="2228373" cy="761952"/>
          </a:xfrm>
        </p:grpSpPr>
        <p:sp>
          <p:nvSpPr>
            <p:cNvPr id="27" name="TextBox 26"/>
            <p:cNvSpPr txBox="1"/>
            <p:nvPr/>
          </p:nvSpPr>
          <p:spPr>
            <a:xfrm>
              <a:off x="6305550" y="3162319"/>
              <a:ext cx="222837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Computation Models: MOLAP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05550" y="3352819"/>
              <a:ext cx="222837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(Multidimensional OLAP), ROLAP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05550" y="3543319"/>
              <a:ext cx="222837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(Relational OLAP), and HOLAP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05550" y="3733819"/>
              <a:ext cx="2228373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384F61"/>
                  </a:solidFill>
                  <a:latin typeface="Georgia"/>
                </a:rPr>
                <a:t>(Hybrid OLAP).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831832" y="3819047"/>
            <a:ext cx="1835229" cy="415765"/>
            <a:chOff x="806291" y="3819047"/>
            <a:chExt cx="1835229" cy="415765"/>
          </a:xfrm>
        </p:grpSpPr>
        <p:sp>
          <p:nvSpPr>
            <p:cNvPr id="32" name="TextBox 31"/>
            <p:cNvSpPr txBox="1"/>
            <p:nvPr/>
          </p:nvSpPr>
          <p:spPr>
            <a:xfrm>
              <a:off x="806291" y="3819047"/>
              <a:ext cx="1835229" cy="207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384F61"/>
                  </a:solidFill>
                  <a:latin typeface="Georgia"/>
                </a:rPr>
                <a:t>Results are delivered to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06291" y="4026882"/>
              <a:ext cx="1835229" cy="207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384F61"/>
                  </a:solidFill>
                  <a:latin typeface="Georgia"/>
                </a:rPr>
                <a:t>the user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603607" y="3819047"/>
            <a:ext cx="1854879" cy="415765"/>
            <a:chOff x="3578066" y="3819047"/>
            <a:chExt cx="1854879" cy="415765"/>
          </a:xfrm>
        </p:grpSpPr>
        <p:sp>
          <p:nvSpPr>
            <p:cNvPr id="35" name="TextBox 34"/>
            <p:cNvSpPr txBox="1"/>
            <p:nvPr/>
          </p:nvSpPr>
          <p:spPr>
            <a:xfrm>
              <a:off x="3578066" y="3819047"/>
              <a:ext cx="1854879" cy="207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384F61"/>
                  </a:solidFill>
                  <a:latin typeface="Georgia"/>
                </a:rPr>
                <a:t>Query is executed using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578066" y="4026882"/>
              <a:ext cx="1854879" cy="207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384F61"/>
                  </a:solidFill>
                  <a:latin typeface="Georgia"/>
                </a:rPr>
                <a:t>chosen model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319" y="1611718"/>
            <a:ext cx="4056945" cy="573271"/>
          </a:xfrm>
          <a:custGeom>
            <a:avLst/>
            <a:gdLst/>
            <a:ahLst/>
            <a:cxnLst/>
            <a:rect l="0" t="0" r="0" b="0"/>
            <a:pathLst>
              <a:path w="4056945" h="573271">
                <a:moveTo>
                  <a:pt x="0" y="0"/>
                </a:moveTo>
                <a:lnTo>
                  <a:pt x="3704167" y="0"/>
                </a:lnTo>
                <a:lnTo>
                  <a:pt x="4056945" y="286635"/>
                </a:lnTo>
                <a:lnTo>
                  <a:pt x="3704167" y="573271"/>
                </a:lnTo>
                <a:lnTo>
                  <a:pt x="0" y="573271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319" y="1611722"/>
            <a:ext cx="4056944" cy="573263"/>
          </a:xfrm>
          <a:custGeom>
            <a:avLst/>
            <a:gdLst/>
            <a:ahLst/>
            <a:cxnLst/>
            <a:rect l="0" t="0" r="0" b="0"/>
            <a:pathLst>
              <a:path w="4056944" h="573263">
                <a:moveTo>
                  <a:pt x="0" y="0"/>
                </a:moveTo>
                <a:lnTo>
                  <a:pt x="3704166" y="0"/>
                </a:lnTo>
                <a:lnTo>
                  <a:pt x="4056944" y="286631"/>
                </a:lnTo>
                <a:lnTo>
                  <a:pt x="3704166" y="573263"/>
                </a:lnTo>
                <a:lnTo>
                  <a:pt x="0" y="573263"/>
                </a:lnTo>
                <a:lnTo>
                  <a:pt x="0" y="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319" y="2184986"/>
            <a:ext cx="4056945" cy="573271"/>
          </a:xfrm>
          <a:custGeom>
            <a:avLst/>
            <a:gdLst/>
            <a:ahLst/>
            <a:cxnLst/>
            <a:rect l="0" t="0" r="0" b="0"/>
            <a:pathLst>
              <a:path w="4056945" h="573271">
                <a:moveTo>
                  <a:pt x="0" y="0"/>
                </a:moveTo>
                <a:lnTo>
                  <a:pt x="3704167" y="0"/>
                </a:lnTo>
                <a:lnTo>
                  <a:pt x="4056945" y="286635"/>
                </a:lnTo>
                <a:lnTo>
                  <a:pt x="3704167" y="573271"/>
                </a:lnTo>
                <a:lnTo>
                  <a:pt x="0" y="573271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8319" y="2184989"/>
            <a:ext cx="4056944" cy="573263"/>
          </a:xfrm>
          <a:custGeom>
            <a:avLst/>
            <a:gdLst/>
            <a:ahLst/>
            <a:cxnLst/>
            <a:rect l="0" t="0" r="0" b="0"/>
            <a:pathLst>
              <a:path w="4056944" h="573263">
                <a:moveTo>
                  <a:pt x="0" y="0"/>
                </a:moveTo>
                <a:lnTo>
                  <a:pt x="3704166" y="0"/>
                </a:lnTo>
                <a:lnTo>
                  <a:pt x="4056944" y="286631"/>
                </a:lnTo>
                <a:lnTo>
                  <a:pt x="3704166" y="573263"/>
                </a:lnTo>
                <a:lnTo>
                  <a:pt x="0" y="573263"/>
                </a:lnTo>
                <a:lnTo>
                  <a:pt x="0" y="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8319" y="2758248"/>
            <a:ext cx="4056945" cy="573271"/>
          </a:xfrm>
          <a:custGeom>
            <a:avLst/>
            <a:gdLst/>
            <a:ahLst/>
            <a:cxnLst/>
            <a:rect l="0" t="0" r="0" b="0"/>
            <a:pathLst>
              <a:path w="4056945" h="573271">
                <a:moveTo>
                  <a:pt x="0" y="0"/>
                </a:moveTo>
                <a:lnTo>
                  <a:pt x="3704167" y="0"/>
                </a:lnTo>
                <a:lnTo>
                  <a:pt x="4056945" y="286635"/>
                </a:lnTo>
                <a:lnTo>
                  <a:pt x="3704167" y="573271"/>
                </a:lnTo>
                <a:lnTo>
                  <a:pt x="0" y="573271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8319" y="2758252"/>
            <a:ext cx="4056944" cy="573263"/>
          </a:xfrm>
          <a:custGeom>
            <a:avLst/>
            <a:gdLst/>
            <a:ahLst/>
            <a:cxnLst/>
            <a:rect l="0" t="0" r="0" b="0"/>
            <a:pathLst>
              <a:path w="4056944" h="573263">
                <a:moveTo>
                  <a:pt x="0" y="0"/>
                </a:moveTo>
                <a:lnTo>
                  <a:pt x="3704166" y="0"/>
                </a:lnTo>
                <a:lnTo>
                  <a:pt x="4056944" y="286631"/>
                </a:lnTo>
                <a:lnTo>
                  <a:pt x="3704166" y="573263"/>
                </a:lnTo>
                <a:lnTo>
                  <a:pt x="0" y="573263"/>
                </a:lnTo>
                <a:lnTo>
                  <a:pt x="0" y="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8319" y="3331516"/>
            <a:ext cx="4056945" cy="705554"/>
          </a:xfrm>
          <a:custGeom>
            <a:avLst/>
            <a:gdLst/>
            <a:ahLst/>
            <a:cxnLst/>
            <a:rect l="0" t="0" r="0" b="0"/>
            <a:pathLst>
              <a:path w="4056945" h="705554">
                <a:moveTo>
                  <a:pt x="0" y="0"/>
                </a:moveTo>
                <a:lnTo>
                  <a:pt x="3704167" y="0"/>
                </a:lnTo>
                <a:lnTo>
                  <a:pt x="4056945" y="352777"/>
                </a:lnTo>
                <a:lnTo>
                  <a:pt x="3704167" y="705554"/>
                </a:lnTo>
                <a:lnTo>
                  <a:pt x="0" y="705554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8319" y="3331515"/>
            <a:ext cx="4056944" cy="705555"/>
          </a:xfrm>
          <a:custGeom>
            <a:avLst/>
            <a:gdLst/>
            <a:ahLst/>
            <a:cxnLst/>
            <a:rect l="0" t="0" r="0" b="0"/>
            <a:pathLst>
              <a:path w="4056944" h="705555">
                <a:moveTo>
                  <a:pt x="0" y="0"/>
                </a:moveTo>
                <a:lnTo>
                  <a:pt x="3704166" y="0"/>
                </a:lnTo>
                <a:lnTo>
                  <a:pt x="4056944" y="352777"/>
                </a:lnTo>
                <a:lnTo>
                  <a:pt x="3704166" y="705555"/>
                </a:lnTo>
                <a:lnTo>
                  <a:pt x="0" y="705555"/>
                </a:lnTo>
                <a:lnTo>
                  <a:pt x="0" y="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8319" y="4037068"/>
            <a:ext cx="4056945" cy="573271"/>
          </a:xfrm>
          <a:custGeom>
            <a:avLst/>
            <a:gdLst/>
            <a:ahLst/>
            <a:cxnLst/>
            <a:rect l="0" t="0" r="0" b="0"/>
            <a:pathLst>
              <a:path w="4056945" h="573271">
                <a:moveTo>
                  <a:pt x="0" y="0"/>
                </a:moveTo>
                <a:lnTo>
                  <a:pt x="3704167" y="0"/>
                </a:lnTo>
                <a:lnTo>
                  <a:pt x="4056945" y="286635"/>
                </a:lnTo>
                <a:lnTo>
                  <a:pt x="3704167" y="573271"/>
                </a:lnTo>
                <a:lnTo>
                  <a:pt x="0" y="573271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8319" y="4037072"/>
            <a:ext cx="4056944" cy="573263"/>
          </a:xfrm>
          <a:custGeom>
            <a:avLst/>
            <a:gdLst/>
            <a:ahLst/>
            <a:cxnLst/>
            <a:rect l="0" t="0" r="0" b="0"/>
            <a:pathLst>
              <a:path w="4056944" h="573263">
                <a:moveTo>
                  <a:pt x="0" y="0"/>
                </a:moveTo>
                <a:lnTo>
                  <a:pt x="3704166" y="0"/>
                </a:lnTo>
                <a:lnTo>
                  <a:pt x="4056944" y="286631"/>
                </a:lnTo>
                <a:lnTo>
                  <a:pt x="3704166" y="573263"/>
                </a:lnTo>
                <a:lnTo>
                  <a:pt x="0" y="573263"/>
                </a:lnTo>
                <a:lnTo>
                  <a:pt x="0" y="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791" y="1310393"/>
            <a:ext cx="1763887" cy="881948"/>
          </a:xfrm>
          <a:custGeom>
            <a:avLst/>
            <a:gdLst/>
            <a:ahLst/>
            <a:cxnLst/>
            <a:rect l="0" t="0" r="0" b="0"/>
            <a:pathLst>
              <a:path w="1763887" h="881948">
                <a:moveTo>
                  <a:pt x="0" y="264585"/>
                </a:moveTo>
                <a:lnTo>
                  <a:pt x="150666" y="0"/>
                </a:lnTo>
                <a:lnTo>
                  <a:pt x="1763887" y="0"/>
                </a:lnTo>
                <a:lnTo>
                  <a:pt x="1763887" y="881948"/>
                </a:lnTo>
                <a:lnTo>
                  <a:pt x="352777" y="881948"/>
                </a:lnTo>
                <a:lnTo>
                  <a:pt x="0" y="26458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791" y="1310393"/>
            <a:ext cx="1763888" cy="881944"/>
          </a:xfrm>
          <a:custGeom>
            <a:avLst/>
            <a:gdLst/>
            <a:ahLst/>
            <a:cxnLst/>
            <a:rect l="0" t="0" r="0" b="0"/>
            <a:pathLst>
              <a:path w="1763888" h="881944">
                <a:moveTo>
                  <a:pt x="1763888" y="881944"/>
                </a:moveTo>
                <a:lnTo>
                  <a:pt x="352777" y="881944"/>
                </a:lnTo>
                <a:lnTo>
                  <a:pt x="0" y="264583"/>
                </a:lnTo>
                <a:lnTo>
                  <a:pt x="1763888" y="264583"/>
                </a:lnTo>
                <a:lnTo>
                  <a:pt x="1763888" y="881944"/>
                </a:lnTo>
                <a:close/>
                <a:moveTo>
                  <a:pt x="1763888" y="0"/>
                </a:moveTo>
                <a:lnTo>
                  <a:pt x="150665" y="0"/>
                </a:lnTo>
                <a:lnTo>
                  <a:pt x="0" y="264583"/>
                </a:lnTo>
                <a:lnTo>
                  <a:pt x="1763888" y="264583"/>
                </a:lnTo>
                <a:lnTo>
                  <a:pt x="1763888" y="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9986" y="1960827"/>
            <a:ext cx="1675695" cy="848868"/>
          </a:xfrm>
          <a:custGeom>
            <a:avLst/>
            <a:gdLst/>
            <a:ahLst/>
            <a:cxnLst/>
            <a:rect l="0" t="0" r="0" b="0"/>
            <a:pathLst>
              <a:path w="1675695" h="848868">
                <a:moveTo>
                  <a:pt x="0" y="231514"/>
                </a:moveTo>
                <a:lnTo>
                  <a:pt x="132292" y="0"/>
                </a:lnTo>
                <a:lnTo>
                  <a:pt x="264585" y="231514"/>
                </a:lnTo>
                <a:lnTo>
                  <a:pt x="1675695" y="231514"/>
                </a:lnTo>
                <a:lnTo>
                  <a:pt x="1675695" y="848868"/>
                </a:lnTo>
                <a:lnTo>
                  <a:pt x="352777" y="848868"/>
                </a:lnTo>
                <a:lnTo>
                  <a:pt x="0" y="23151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79986" y="1960828"/>
            <a:ext cx="1675694" cy="848871"/>
          </a:xfrm>
          <a:custGeom>
            <a:avLst/>
            <a:gdLst/>
            <a:ahLst/>
            <a:cxnLst/>
            <a:rect l="0" t="0" r="0" b="0"/>
            <a:pathLst>
              <a:path w="1675694" h="848871">
                <a:moveTo>
                  <a:pt x="1675694" y="848871"/>
                </a:moveTo>
                <a:lnTo>
                  <a:pt x="352777" y="848871"/>
                </a:lnTo>
                <a:lnTo>
                  <a:pt x="0" y="231510"/>
                </a:lnTo>
                <a:lnTo>
                  <a:pt x="1675694" y="231510"/>
                </a:lnTo>
                <a:lnTo>
                  <a:pt x="1675694" y="848871"/>
                </a:lnTo>
                <a:close/>
                <a:moveTo>
                  <a:pt x="264583" y="231510"/>
                </a:moveTo>
                <a:lnTo>
                  <a:pt x="132291" y="0"/>
                </a:lnTo>
                <a:lnTo>
                  <a:pt x="0" y="231510"/>
                </a:lnTo>
                <a:lnTo>
                  <a:pt x="264583" y="23151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68180" y="2578185"/>
            <a:ext cx="1587503" cy="848868"/>
          </a:xfrm>
          <a:custGeom>
            <a:avLst/>
            <a:gdLst/>
            <a:ahLst/>
            <a:cxnLst/>
            <a:rect l="0" t="0" r="0" b="0"/>
            <a:pathLst>
              <a:path w="1587503" h="848868">
                <a:moveTo>
                  <a:pt x="0" y="231514"/>
                </a:moveTo>
                <a:lnTo>
                  <a:pt x="132292" y="0"/>
                </a:lnTo>
                <a:lnTo>
                  <a:pt x="264585" y="231514"/>
                </a:lnTo>
                <a:lnTo>
                  <a:pt x="1587503" y="231514"/>
                </a:lnTo>
                <a:lnTo>
                  <a:pt x="1587503" y="848868"/>
                </a:lnTo>
                <a:lnTo>
                  <a:pt x="352777" y="848868"/>
                </a:lnTo>
                <a:lnTo>
                  <a:pt x="0" y="23151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8180" y="2578186"/>
            <a:ext cx="1587500" cy="848871"/>
          </a:xfrm>
          <a:custGeom>
            <a:avLst/>
            <a:gdLst/>
            <a:ahLst/>
            <a:cxnLst/>
            <a:rect l="0" t="0" r="0" b="0"/>
            <a:pathLst>
              <a:path w="1587500" h="848871">
                <a:moveTo>
                  <a:pt x="1587500" y="848871"/>
                </a:moveTo>
                <a:lnTo>
                  <a:pt x="352777" y="848871"/>
                </a:lnTo>
                <a:lnTo>
                  <a:pt x="0" y="231510"/>
                </a:lnTo>
                <a:lnTo>
                  <a:pt x="1587500" y="231510"/>
                </a:lnTo>
                <a:lnTo>
                  <a:pt x="1587500" y="848871"/>
                </a:lnTo>
                <a:close/>
                <a:moveTo>
                  <a:pt x="264583" y="231510"/>
                </a:moveTo>
                <a:lnTo>
                  <a:pt x="132291" y="0"/>
                </a:lnTo>
                <a:lnTo>
                  <a:pt x="0" y="231510"/>
                </a:lnTo>
                <a:lnTo>
                  <a:pt x="264583" y="23151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52700" y="3195547"/>
            <a:ext cx="1502978" cy="848868"/>
          </a:xfrm>
          <a:custGeom>
            <a:avLst/>
            <a:gdLst/>
            <a:ahLst/>
            <a:cxnLst/>
            <a:rect l="0" t="0" r="0" b="0"/>
            <a:pathLst>
              <a:path w="1502978" h="848868">
                <a:moveTo>
                  <a:pt x="3676" y="231514"/>
                </a:moveTo>
                <a:lnTo>
                  <a:pt x="135969" y="0"/>
                </a:lnTo>
                <a:lnTo>
                  <a:pt x="268262" y="231514"/>
                </a:lnTo>
                <a:lnTo>
                  <a:pt x="1502978" y="231514"/>
                </a:lnTo>
                <a:lnTo>
                  <a:pt x="1502978" y="848868"/>
                </a:lnTo>
                <a:lnTo>
                  <a:pt x="352777" y="848868"/>
                </a:lnTo>
                <a:lnTo>
                  <a:pt x="0" y="231514"/>
                </a:lnTo>
                <a:lnTo>
                  <a:pt x="3676" y="23151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2700" y="3195548"/>
            <a:ext cx="1502980" cy="848871"/>
          </a:xfrm>
          <a:custGeom>
            <a:avLst/>
            <a:gdLst/>
            <a:ahLst/>
            <a:cxnLst/>
            <a:rect l="0" t="0" r="0" b="0"/>
            <a:pathLst>
              <a:path w="1502980" h="848871">
                <a:moveTo>
                  <a:pt x="1502980" y="848871"/>
                </a:moveTo>
                <a:lnTo>
                  <a:pt x="352777" y="848871"/>
                </a:lnTo>
                <a:lnTo>
                  <a:pt x="0" y="231510"/>
                </a:lnTo>
                <a:lnTo>
                  <a:pt x="1502980" y="231510"/>
                </a:lnTo>
                <a:lnTo>
                  <a:pt x="1502980" y="848871"/>
                </a:lnTo>
                <a:close/>
                <a:moveTo>
                  <a:pt x="268258" y="231510"/>
                </a:moveTo>
                <a:lnTo>
                  <a:pt x="135966" y="0"/>
                </a:lnTo>
                <a:lnTo>
                  <a:pt x="3674" y="231510"/>
                </a:lnTo>
                <a:lnTo>
                  <a:pt x="268258" y="23151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40894" y="3812910"/>
            <a:ext cx="1414786" cy="848868"/>
          </a:xfrm>
          <a:custGeom>
            <a:avLst/>
            <a:gdLst/>
            <a:ahLst/>
            <a:cxnLst/>
            <a:rect l="0" t="0" r="0" b="0"/>
            <a:pathLst>
              <a:path w="1414786" h="848868">
                <a:moveTo>
                  <a:pt x="0" y="231514"/>
                </a:moveTo>
                <a:lnTo>
                  <a:pt x="132292" y="0"/>
                </a:lnTo>
                <a:lnTo>
                  <a:pt x="264585" y="231514"/>
                </a:lnTo>
                <a:lnTo>
                  <a:pt x="1414786" y="231514"/>
                </a:lnTo>
                <a:lnTo>
                  <a:pt x="1414786" y="848868"/>
                </a:lnTo>
                <a:lnTo>
                  <a:pt x="352777" y="848868"/>
                </a:lnTo>
                <a:lnTo>
                  <a:pt x="0" y="23151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40894" y="3812911"/>
            <a:ext cx="1414785" cy="848871"/>
          </a:xfrm>
          <a:custGeom>
            <a:avLst/>
            <a:gdLst/>
            <a:ahLst/>
            <a:cxnLst/>
            <a:rect l="0" t="0" r="0" b="0"/>
            <a:pathLst>
              <a:path w="1414785" h="848871">
                <a:moveTo>
                  <a:pt x="1414785" y="848871"/>
                </a:moveTo>
                <a:lnTo>
                  <a:pt x="352777" y="848871"/>
                </a:lnTo>
                <a:lnTo>
                  <a:pt x="0" y="231510"/>
                </a:lnTo>
                <a:lnTo>
                  <a:pt x="1414785" y="231510"/>
                </a:lnTo>
                <a:lnTo>
                  <a:pt x="1414785" y="848871"/>
                </a:lnTo>
                <a:close/>
                <a:moveTo>
                  <a:pt x="264583" y="231510"/>
                </a:moveTo>
                <a:lnTo>
                  <a:pt x="132291" y="0"/>
                </a:lnTo>
                <a:lnTo>
                  <a:pt x="0" y="231510"/>
                </a:lnTo>
                <a:lnTo>
                  <a:pt x="264583" y="231510"/>
                </a:lnTo>
                <a:close/>
              </a:path>
            </a:pathLst>
          </a:custGeom>
          <a:noFill/>
          <a:ln w="22045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5308" y="4184064"/>
            <a:ext cx="323383" cy="338070"/>
          </a:xfrm>
          <a:custGeom>
            <a:avLst/>
            <a:gdLst/>
            <a:ahLst/>
            <a:cxnLst/>
            <a:rect l="0" t="0" r="0" b="0"/>
            <a:pathLst>
              <a:path w="323383" h="338070">
                <a:moveTo>
                  <a:pt x="323383" y="293979"/>
                </a:moveTo>
                <a:lnTo>
                  <a:pt x="323383" y="44091"/>
                </a:lnTo>
                <a:cubicBezTo>
                  <a:pt x="323383" y="19735"/>
                  <a:pt x="303637" y="0"/>
                  <a:pt x="279282" y="0"/>
                </a:cubicBezTo>
                <a:lnTo>
                  <a:pt x="44100" y="0"/>
                </a:lnTo>
                <a:cubicBezTo>
                  <a:pt x="19745" y="0"/>
                  <a:pt x="0" y="19735"/>
                  <a:pt x="0" y="44091"/>
                </a:cubicBezTo>
                <a:lnTo>
                  <a:pt x="0" y="293979"/>
                </a:lnTo>
                <a:cubicBezTo>
                  <a:pt x="0" y="318335"/>
                  <a:pt x="19745" y="338070"/>
                  <a:pt x="44100" y="338070"/>
                </a:cubicBezTo>
                <a:lnTo>
                  <a:pt x="279282" y="338070"/>
                </a:lnTo>
                <a:cubicBezTo>
                  <a:pt x="303637" y="338070"/>
                  <a:pt x="323383" y="318335"/>
                  <a:pt x="323383" y="293979"/>
                </a:cubicBezTo>
                <a:moveTo>
                  <a:pt x="293979" y="209454"/>
                </a:moveTo>
                <a:cubicBezTo>
                  <a:pt x="293979" y="211483"/>
                  <a:pt x="292341" y="213131"/>
                  <a:pt x="290312" y="213131"/>
                </a:cubicBezTo>
                <a:lnTo>
                  <a:pt x="231514" y="213131"/>
                </a:lnTo>
                <a:cubicBezTo>
                  <a:pt x="229485" y="213131"/>
                  <a:pt x="227837" y="211483"/>
                  <a:pt x="227837" y="209454"/>
                </a:cubicBezTo>
                <a:lnTo>
                  <a:pt x="227837" y="127587"/>
                </a:lnTo>
                <a:cubicBezTo>
                  <a:pt x="227885" y="126558"/>
                  <a:pt x="228371" y="125596"/>
                  <a:pt x="229161" y="124939"/>
                </a:cubicBezTo>
                <a:cubicBezTo>
                  <a:pt x="247602" y="108756"/>
                  <a:pt x="267261" y="94011"/>
                  <a:pt x="287959" y="80838"/>
                </a:cubicBezTo>
                <a:cubicBezTo>
                  <a:pt x="289093" y="80219"/>
                  <a:pt x="290483" y="80238"/>
                  <a:pt x="291598" y="80905"/>
                </a:cubicBezTo>
                <a:cubicBezTo>
                  <a:pt x="292712" y="81572"/>
                  <a:pt x="293398" y="82772"/>
                  <a:pt x="293398" y="84077"/>
                </a:cubicBezTo>
                <a:lnTo>
                  <a:pt x="293979" y="209454"/>
                </a:lnTo>
                <a:moveTo>
                  <a:pt x="102898" y="305000"/>
                </a:moveTo>
                <a:cubicBezTo>
                  <a:pt x="102898" y="307028"/>
                  <a:pt x="101250" y="308676"/>
                  <a:pt x="99221" y="308676"/>
                </a:cubicBezTo>
                <a:lnTo>
                  <a:pt x="44100" y="308676"/>
                </a:lnTo>
                <a:cubicBezTo>
                  <a:pt x="35985" y="308676"/>
                  <a:pt x="29403" y="302094"/>
                  <a:pt x="29403" y="293979"/>
                </a:cubicBezTo>
                <a:lnTo>
                  <a:pt x="29403" y="246202"/>
                </a:lnTo>
                <a:cubicBezTo>
                  <a:pt x="29403" y="244173"/>
                  <a:pt x="31041" y="242535"/>
                  <a:pt x="33070" y="242535"/>
                </a:cubicBezTo>
                <a:lnTo>
                  <a:pt x="99221" y="242535"/>
                </a:lnTo>
                <a:cubicBezTo>
                  <a:pt x="101250" y="242535"/>
                  <a:pt x="102898" y="244173"/>
                  <a:pt x="102898" y="246202"/>
                </a:cubicBezTo>
                <a:lnTo>
                  <a:pt x="102898" y="305000"/>
                </a:lnTo>
                <a:moveTo>
                  <a:pt x="102898" y="209454"/>
                </a:moveTo>
                <a:cubicBezTo>
                  <a:pt x="102898" y="211483"/>
                  <a:pt x="101250" y="213131"/>
                  <a:pt x="99221" y="213131"/>
                </a:cubicBezTo>
                <a:lnTo>
                  <a:pt x="30575" y="213131"/>
                </a:lnTo>
                <a:cubicBezTo>
                  <a:pt x="29956" y="213064"/>
                  <a:pt x="29470" y="212578"/>
                  <a:pt x="29403" y="211959"/>
                </a:cubicBezTo>
                <a:cubicBezTo>
                  <a:pt x="29337" y="211664"/>
                  <a:pt x="29337" y="211369"/>
                  <a:pt x="29403" y="211074"/>
                </a:cubicBezTo>
                <a:lnTo>
                  <a:pt x="78933" y="156543"/>
                </a:lnTo>
                <a:cubicBezTo>
                  <a:pt x="84324" y="151437"/>
                  <a:pt x="91516" y="148694"/>
                  <a:pt x="98926" y="148894"/>
                </a:cubicBezTo>
                <a:cubicBezTo>
                  <a:pt x="100955" y="148894"/>
                  <a:pt x="102603" y="150542"/>
                  <a:pt x="102603" y="152571"/>
                </a:cubicBezTo>
                <a:lnTo>
                  <a:pt x="102603" y="209454"/>
                </a:lnTo>
                <a:moveTo>
                  <a:pt x="57473" y="136845"/>
                </a:moveTo>
                <a:lnTo>
                  <a:pt x="35718" y="160658"/>
                </a:lnTo>
                <a:cubicBezTo>
                  <a:pt x="34775" y="161858"/>
                  <a:pt x="33156" y="162277"/>
                  <a:pt x="31756" y="161686"/>
                </a:cubicBezTo>
                <a:cubicBezTo>
                  <a:pt x="30346" y="161143"/>
                  <a:pt x="29422" y="159810"/>
                  <a:pt x="29403" y="158305"/>
                </a:cubicBezTo>
                <a:lnTo>
                  <a:pt x="29403" y="44091"/>
                </a:lnTo>
                <a:cubicBezTo>
                  <a:pt x="29403" y="35975"/>
                  <a:pt x="35985" y="29394"/>
                  <a:pt x="44100" y="29394"/>
                </a:cubicBezTo>
                <a:lnTo>
                  <a:pt x="279282" y="29394"/>
                </a:lnTo>
                <a:cubicBezTo>
                  <a:pt x="287397" y="29394"/>
                  <a:pt x="293979" y="35975"/>
                  <a:pt x="293979" y="44091"/>
                </a:cubicBezTo>
                <a:cubicBezTo>
                  <a:pt x="293989" y="45491"/>
                  <a:pt x="293103" y="46739"/>
                  <a:pt x="291779" y="47177"/>
                </a:cubicBezTo>
                <a:cubicBezTo>
                  <a:pt x="262385" y="57321"/>
                  <a:pt x="229009" y="87458"/>
                  <a:pt x="175507" y="130378"/>
                </a:cubicBezTo>
                <a:cubicBezTo>
                  <a:pt x="165477" y="137083"/>
                  <a:pt x="152819" y="138503"/>
                  <a:pt x="141551" y="134197"/>
                </a:cubicBezTo>
                <a:lnTo>
                  <a:pt x="121119" y="124939"/>
                </a:lnTo>
                <a:cubicBezTo>
                  <a:pt x="99488" y="115309"/>
                  <a:pt x="74161" y="120053"/>
                  <a:pt x="57473" y="136845"/>
                </a:cubicBezTo>
                <a:moveTo>
                  <a:pt x="198443" y="305000"/>
                </a:moveTo>
                <a:cubicBezTo>
                  <a:pt x="198443" y="307028"/>
                  <a:pt x="196796" y="308676"/>
                  <a:pt x="194767" y="308676"/>
                </a:cubicBezTo>
                <a:lnTo>
                  <a:pt x="135969" y="308676"/>
                </a:lnTo>
                <a:cubicBezTo>
                  <a:pt x="133940" y="308676"/>
                  <a:pt x="132292" y="307028"/>
                  <a:pt x="132292" y="305000"/>
                </a:cubicBezTo>
                <a:lnTo>
                  <a:pt x="132292" y="246202"/>
                </a:lnTo>
                <a:cubicBezTo>
                  <a:pt x="132292" y="244173"/>
                  <a:pt x="133940" y="242535"/>
                  <a:pt x="135969" y="242535"/>
                </a:cubicBezTo>
                <a:lnTo>
                  <a:pt x="194767" y="242535"/>
                </a:lnTo>
                <a:cubicBezTo>
                  <a:pt x="196796" y="242535"/>
                  <a:pt x="198443" y="244173"/>
                  <a:pt x="198443" y="246202"/>
                </a:cubicBezTo>
                <a:lnTo>
                  <a:pt x="198443" y="305000"/>
                </a:lnTo>
                <a:moveTo>
                  <a:pt x="198443" y="209454"/>
                </a:moveTo>
                <a:cubicBezTo>
                  <a:pt x="198443" y="211483"/>
                  <a:pt x="196796" y="213131"/>
                  <a:pt x="194767" y="213131"/>
                </a:cubicBezTo>
                <a:lnTo>
                  <a:pt x="135969" y="213131"/>
                </a:lnTo>
                <a:cubicBezTo>
                  <a:pt x="133940" y="213131"/>
                  <a:pt x="132292" y="211483"/>
                  <a:pt x="132292" y="209454"/>
                </a:cubicBezTo>
                <a:lnTo>
                  <a:pt x="132292" y="167268"/>
                </a:lnTo>
                <a:cubicBezTo>
                  <a:pt x="132311" y="166115"/>
                  <a:pt x="132854" y="165039"/>
                  <a:pt x="133759" y="164334"/>
                </a:cubicBezTo>
                <a:cubicBezTo>
                  <a:pt x="134778" y="163810"/>
                  <a:pt x="135978" y="163810"/>
                  <a:pt x="136998" y="164334"/>
                </a:cubicBezTo>
                <a:cubicBezTo>
                  <a:pt x="156562" y="169630"/>
                  <a:pt x="177469" y="165792"/>
                  <a:pt x="193881" y="153895"/>
                </a:cubicBezTo>
                <a:cubicBezTo>
                  <a:pt x="194738" y="153209"/>
                  <a:pt x="195967" y="153209"/>
                  <a:pt x="196824" y="153895"/>
                </a:cubicBezTo>
                <a:cubicBezTo>
                  <a:pt x="197824" y="154314"/>
                  <a:pt x="198462" y="155305"/>
                  <a:pt x="198443" y="156390"/>
                </a:cubicBezTo>
                <a:lnTo>
                  <a:pt x="198443" y="209454"/>
                </a:lnTo>
                <a:moveTo>
                  <a:pt x="227837" y="305000"/>
                </a:moveTo>
                <a:lnTo>
                  <a:pt x="227837" y="246202"/>
                </a:lnTo>
                <a:cubicBezTo>
                  <a:pt x="227837" y="244173"/>
                  <a:pt x="229485" y="242535"/>
                  <a:pt x="231514" y="242535"/>
                </a:cubicBezTo>
                <a:lnTo>
                  <a:pt x="290312" y="242535"/>
                </a:lnTo>
                <a:cubicBezTo>
                  <a:pt x="292341" y="242535"/>
                  <a:pt x="293979" y="244173"/>
                  <a:pt x="293979" y="246202"/>
                </a:cubicBezTo>
                <a:lnTo>
                  <a:pt x="293979" y="293979"/>
                </a:lnTo>
                <a:cubicBezTo>
                  <a:pt x="293979" y="302094"/>
                  <a:pt x="287397" y="308676"/>
                  <a:pt x="279282" y="308676"/>
                </a:cubicBezTo>
                <a:lnTo>
                  <a:pt x="231514" y="308676"/>
                </a:lnTo>
                <a:cubicBezTo>
                  <a:pt x="229485" y="308676"/>
                  <a:pt x="227837" y="307028"/>
                  <a:pt x="227837" y="305000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74287" y="3561577"/>
            <a:ext cx="345424" cy="347757"/>
          </a:xfrm>
          <a:custGeom>
            <a:avLst/>
            <a:gdLst/>
            <a:ahLst/>
            <a:cxnLst/>
            <a:rect l="0" t="0" r="0" b="0"/>
            <a:pathLst>
              <a:path w="345424" h="347757">
                <a:moveTo>
                  <a:pt x="143313" y="46424"/>
                </a:moveTo>
                <a:lnTo>
                  <a:pt x="154343" y="46424"/>
                </a:lnTo>
                <a:cubicBezTo>
                  <a:pt x="156371" y="46424"/>
                  <a:pt x="158010" y="48072"/>
                  <a:pt x="158010" y="50101"/>
                </a:cubicBezTo>
                <a:lnTo>
                  <a:pt x="158010" y="64798"/>
                </a:lnTo>
                <a:cubicBezTo>
                  <a:pt x="158010" y="72913"/>
                  <a:pt x="164592" y="79495"/>
                  <a:pt x="172716" y="79495"/>
                </a:cubicBezTo>
                <a:cubicBezTo>
                  <a:pt x="180832" y="79495"/>
                  <a:pt x="187413" y="72913"/>
                  <a:pt x="187413" y="64798"/>
                </a:cubicBezTo>
                <a:lnTo>
                  <a:pt x="187413" y="50101"/>
                </a:lnTo>
                <a:cubicBezTo>
                  <a:pt x="187413" y="48072"/>
                  <a:pt x="189052" y="46424"/>
                  <a:pt x="191090" y="46424"/>
                </a:cubicBezTo>
                <a:lnTo>
                  <a:pt x="202110" y="46424"/>
                </a:lnTo>
                <a:cubicBezTo>
                  <a:pt x="206606" y="46253"/>
                  <a:pt x="210550" y="43367"/>
                  <a:pt x="212074" y="39128"/>
                </a:cubicBezTo>
                <a:cubicBezTo>
                  <a:pt x="213588" y="34899"/>
                  <a:pt x="212378" y="30156"/>
                  <a:pt x="209016" y="27165"/>
                </a:cubicBezTo>
                <a:lnTo>
                  <a:pt x="179622" y="3352"/>
                </a:lnTo>
                <a:cubicBezTo>
                  <a:pt x="175631" y="0"/>
                  <a:pt x="169792" y="0"/>
                  <a:pt x="165801" y="3352"/>
                </a:cubicBezTo>
                <a:lnTo>
                  <a:pt x="136407" y="27165"/>
                </a:lnTo>
                <a:cubicBezTo>
                  <a:pt x="133045" y="30156"/>
                  <a:pt x="131835" y="34899"/>
                  <a:pt x="133350" y="39128"/>
                </a:cubicBezTo>
                <a:cubicBezTo>
                  <a:pt x="134874" y="43367"/>
                  <a:pt x="138817" y="46253"/>
                  <a:pt x="143313" y="46424"/>
                </a:cubicBezTo>
                <a:moveTo>
                  <a:pt x="225485" y="269414"/>
                </a:moveTo>
                <a:cubicBezTo>
                  <a:pt x="214941" y="257813"/>
                  <a:pt x="215341" y="239982"/>
                  <a:pt x="226409" y="228876"/>
                </a:cubicBezTo>
                <a:cubicBezTo>
                  <a:pt x="237467" y="217779"/>
                  <a:pt x="255298" y="217303"/>
                  <a:pt x="266928" y="227809"/>
                </a:cubicBezTo>
                <a:lnTo>
                  <a:pt x="276634" y="237515"/>
                </a:lnTo>
                <a:cubicBezTo>
                  <a:pt x="277739" y="238553"/>
                  <a:pt x="279358" y="238839"/>
                  <a:pt x="280749" y="238248"/>
                </a:cubicBezTo>
                <a:cubicBezTo>
                  <a:pt x="282092" y="237658"/>
                  <a:pt x="282959" y="236334"/>
                  <a:pt x="282959" y="234867"/>
                </a:cubicBezTo>
                <a:lnTo>
                  <a:pt x="282959" y="146675"/>
                </a:lnTo>
                <a:cubicBezTo>
                  <a:pt x="282930" y="142284"/>
                  <a:pt x="280349" y="138322"/>
                  <a:pt x="276339" y="136531"/>
                </a:cubicBezTo>
                <a:lnTo>
                  <a:pt x="177117" y="92430"/>
                </a:lnTo>
                <a:cubicBezTo>
                  <a:pt x="174326" y="91106"/>
                  <a:pt x="171097" y="91106"/>
                  <a:pt x="168306" y="92430"/>
                </a:cubicBezTo>
                <a:lnTo>
                  <a:pt x="69818" y="136969"/>
                </a:lnTo>
                <a:cubicBezTo>
                  <a:pt x="65817" y="138760"/>
                  <a:pt x="63226" y="142732"/>
                  <a:pt x="63207" y="147113"/>
                </a:cubicBezTo>
                <a:lnTo>
                  <a:pt x="63207" y="235305"/>
                </a:lnTo>
                <a:cubicBezTo>
                  <a:pt x="63198" y="236772"/>
                  <a:pt x="64065" y="238105"/>
                  <a:pt x="65408" y="238686"/>
                </a:cubicBezTo>
                <a:cubicBezTo>
                  <a:pt x="66808" y="239287"/>
                  <a:pt x="68418" y="238991"/>
                  <a:pt x="69522" y="237953"/>
                </a:cubicBezTo>
                <a:lnTo>
                  <a:pt x="79228" y="228257"/>
                </a:lnTo>
                <a:cubicBezTo>
                  <a:pt x="90858" y="217751"/>
                  <a:pt x="108689" y="218217"/>
                  <a:pt x="119748" y="229323"/>
                </a:cubicBezTo>
                <a:cubicBezTo>
                  <a:pt x="130816" y="240420"/>
                  <a:pt x="131225" y="258251"/>
                  <a:pt x="120681" y="269852"/>
                </a:cubicBezTo>
                <a:lnTo>
                  <a:pt x="102889" y="286464"/>
                </a:lnTo>
                <a:cubicBezTo>
                  <a:pt x="102060" y="287321"/>
                  <a:pt x="101679" y="288512"/>
                  <a:pt x="101860" y="289693"/>
                </a:cubicBezTo>
                <a:cubicBezTo>
                  <a:pt x="102117" y="290883"/>
                  <a:pt x="102936" y="291874"/>
                  <a:pt x="104070" y="292341"/>
                </a:cubicBezTo>
                <a:lnTo>
                  <a:pt x="169773" y="321154"/>
                </a:lnTo>
                <a:cubicBezTo>
                  <a:pt x="171650" y="321935"/>
                  <a:pt x="173774" y="321935"/>
                  <a:pt x="175650" y="321154"/>
                </a:cubicBezTo>
                <a:lnTo>
                  <a:pt x="241211" y="291750"/>
                </a:lnTo>
                <a:cubicBezTo>
                  <a:pt x="242316" y="291188"/>
                  <a:pt x="243125" y="290169"/>
                  <a:pt x="243411" y="288959"/>
                </a:cubicBezTo>
                <a:cubicBezTo>
                  <a:pt x="243592" y="287778"/>
                  <a:pt x="243211" y="286588"/>
                  <a:pt x="242382" y="285721"/>
                </a:cubicBezTo>
                <a:lnTo>
                  <a:pt x="225485" y="269414"/>
                </a:lnTo>
                <a:moveTo>
                  <a:pt x="236801" y="143732"/>
                </a:moveTo>
                <a:cubicBezTo>
                  <a:pt x="238153" y="144313"/>
                  <a:pt x="239039" y="145637"/>
                  <a:pt x="239039" y="147113"/>
                </a:cubicBezTo>
                <a:cubicBezTo>
                  <a:pt x="239039" y="148590"/>
                  <a:pt x="238153" y="149913"/>
                  <a:pt x="236801" y="150495"/>
                </a:cubicBezTo>
                <a:lnTo>
                  <a:pt x="174183" y="177831"/>
                </a:lnTo>
                <a:cubicBezTo>
                  <a:pt x="173221" y="178127"/>
                  <a:pt x="172202" y="178127"/>
                  <a:pt x="171240" y="177831"/>
                </a:cubicBezTo>
                <a:lnTo>
                  <a:pt x="108623" y="150495"/>
                </a:lnTo>
                <a:cubicBezTo>
                  <a:pt x="107270" y="149913"/>
                  <a:pt x="106394" y="148590"/>
                  <a:pt x="106394" y="147113"/>
                </a:cubicBezTo>
                <a:cubicBezTo>
                  <a:pt x="106394" y="145637"/>
                  <a:pt x="107270" y="144313"/>
                  <a:pt x="108623" y="143732"/>
                </a:cubicBezTo>
                <a:lnTo>
                  <a:pt x="171240" y="116395"/>
                </a:lnTo>
                <a:cubicBezTo>
                  <a:pt x="172173" y="115947"/>
                  <a:pt x="173250" y="115947"/>
                  <a:pt x="174183" y="116395"/>
                </a:cubicBezTo>
                <a:lnTo>
                  <a:pt x="236801" y="143732"/>
                </a:lnTo>
                <a:moveTo>
                  <a:pt x="109651" y="258975"/>
                </a:moveTo>
                <a:cubicBezTo>
                  <a:pt x="115376" y="253212"/>
                  <a:pt x="115347" y="243897"/>
                  <a:pt x="109575" y="238172"/>
                </a:cubicBezTo>
                <a:cubicBezTo>
                  <a:pt x="103812" y="232448"/>
                  <a:pt x="94507" y="232486"/>
                  <a:pt x="88782" y="238248"/>
                </a:cubicBezTo>
                <a:lnTo>
                  <a:pt x="33070" y="293960"/>
                </a:lnTo>
                <a:cubicBezTo>
                  <a:pt x="32404" y="294665"/>
                  <a:pt x="31470" y="295074"/>
                  <a:pt x="30499" y="295074"/>
                </a:cubicBezTo>
                <a:cubicBezTo>
                  <a:pt x="29527" y="295074"/>
                  <a:pt x="28594" y="294665"/>
                  <a:pt x="27927" y="293960"/>
                </a:cubicBezTo>
                <a:lnTo>
                  <a:pt x="18811" y="284845"/>
                </a:lnTo>
                <a:cubicBezTo>
                  <a:pt x="15659" y="281692"/>
                  <a:pt x="10925" y="280749"/>
                  <a:pt x="6800" y="282454"/>
                </a:cubicBezTo>
                <a:cubicBezTo>
                  <a:pt x="2686" y="284159"/>
                  <a:pt x="0" y="288178"/>
                  <a:pt x="0" y="292636"/>
                </a:cubicBezTo>
                <a:lnTo>
                  <a:pt x="0" y="336727"/>
                </a:lnTo>
                <a:cubicBezTo>
                  <a:pt x="0" y="342823"/>
                  <a:pt x="4933" y="347757"/>
                  <a:pt x="11020" y="347757"/>
                </a:cubicBezTo>
                <a:lnTo>
                  <a:pt x="55121" y="347757"/>
                </a:lnTo>
                <a:cubicBezTo>
                  <a:pt x="59578" y="347748"/>
                  <a:pt x="63588" y="345062"/>
                  <a:pt x="65293" y="340947"/>
                </a:cubicBezTo>
                <a:cubicBezTo>
                  <a:pt x="66998" y="336832"/>
                  <a:pt x="66055" y="332098"/>
                  <a:pt x="62912" y="328945"/>
                </a:cubicBezTo>
                <a:lnTo>
                  <a:pt x="53797" y="319973"/>
                </a:lnTo>
                <a:cubicBezTo>
                  <a:pt x="52444" y="318468"/>
                  <a:pt x="52444" y="316191"/>
                  <a:pt x="53797" y="314686"/>
                </a:cubicBezTo>
                <a:lnTo>
                  <a:pt x="109651" y="258975"/>
                </a:lnTo>
                <a:moveTo>
                  <a:pt x="345424" y="336727"/>
                </a:moveTo>
                <a:lnTo>
                  <a:pt x="345424" y="292636"/>
                </a:lnTo>
                <a:cubicBezTo>
                  <a:pt x="345424" y="288178"/>
                  <a:pt x="342738" y="284159"/>
                  <a:pt x="338623" y="282454"/>
                </a:cubicBezTo>
                <a:cubicBezTo>
                  <a:pt x="334498" y="280749"/>
                  <a:pt x="329765" y="281692"/>
                  <a:pt x="326612" y="284845"/>
                </a:cubicBezTo>
                <a:lnTo>
                  <a:pt x="317496" y="293960"/>
                </a:lnTo>
                <a:cubicBezTo>
                  <a:pt x="316830" y="294665"/>
                  <a:pt x="315896" y="295074"/>
                  <a:pt x="314925" y="295074"/>
                </a:cubicBezTo>
                <a:cubicBezTo>
                  <a:pt x="313953" y="295074"/>
                  <a:pt x="313020" y="294665"/>
                  <a:pt x="312353" y="293960"/>
                </a:cubicBezTo>
                <a:lnTo>
                  <a:pt x="256641" y="238248"/>
                </a:lnTo>
                <a:cubicBezTo>
                  <a:pt x="250917" y="232486"/>
                  <a:pt x="241611" y="232448"/>
                  <a:pt x="235848" y="238172"/>
                </a:cubicBezTo>
                <a:cubicBezTo>
                  <a:pt x="230076" y="243897"/>
                  <a:pt x="230047" y="253212"/>
                  <a:pt x="235772" y="258975"/>
                </a:cubicBezTo>
                <a:lnTo>
                  <a:pt x="291626" y="314686"/>
                </a:lnTo>
                <a:cubicBezTo>
                  <a:pt x="292979" y="316191"/>
                  <a:pt x="292979" y="318468"/>
                  <a:pt x="291626" y="319973"/>
                </a:cubicBezTo>
                <a:lnTo>
                  <a:pt x="282511" y="328945"/>
                </a:lnTo>
                <a:cubicBezTo>
                  <a:pt x="279368" y="332098"/>
                  <a:pt x="278425" y="336832"/>
                  <a:pt x="280130" y="340947"/>
                </a:cubicBezTo>
                <a:cubicBezTo>
                  <a:pt x="281835" y="345062"/>
                  <a:pt x="285845" y="347748"/>
                  <a:pt x="290302" y="347757"/>
                </a:cubicBezTo>
                <a:lnTo>
                  <a:pt x="334403" y="347757"/>
                </a:lnTo>
                <a:cubicBezTo>
                  <a:pt x="340490" y="347757"/>
                  <a:pt x="345424" y="342823"/>
                  <a:pt x="345424" y="336727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70611" y="1707266"/>
            <a:ext cx="354720" cy="353834"/>
          </a:xfrm>
          <a:custGeom>
            <a:avLst/>
            <a:gdLst/>
            <a:ahLst/>
            <a:cxnLst/>
            <a:rect l="0" t="0" r="0" b="0"/>
            <a:pathLst>
              <a:path w="354720" h="353834">
                <a:moveTo>
                  <a:pt x="348519" y="327640"/>
                </a:moveTo>
                <a:lnTo>
                  <a:pt x="311915" y="291188"/>
                </a:lnTo>
                <a:cubicBezTo>
                  <a:pt x="310905" y="289836"/>
                  <a:pt x="310905" y="287988"/>
                  <a:pt x="311915" y="286635"/>
                </a:cubicBezTo>
                <a:cubicBezTo>
                  <a:pt x="334270" y="251602"/>
                  <a:pt x="326659" y="205359"/>
                  <a:pt x="294265" y="179336"/>
                </a:cubicBezTo>
                <a:cubicBezTo>
                  <a:pt x="261861" y="153314"/>
                  <a:pt x="215064" y="155857"/>
                  <a:pt x="185689" y="185242"/>
                </a:cubicBezTo>
                <a:cubicBezTo>
                  <a:pt x="156305" y="214626"/>
                  <a:pt x="153752" y="261423"/>
                  <a:pt x="179774" y="293817"/>
                </a:cubicBezTo>
                <a:cubicBezTo>
                  <a:pt x="205797" y="326221"/>
                  <a:pt x="252041" y="333822"/>
                  <a:pt x="287073" y="311477"/>
                </a:cubicBezTo>
                <a:cubicBezTo>
                  <a:pt x="288426" y="310467"/>
                  <a:pt x="290274" y="310467"/>
                  <a:pt x="291626" y="311477"/>
                </a:cubicBezTo>
                <a:lnTo>
                  <a:pt x="328079" y="348072"/>
                </a:lnTo>
                <a:cubicBezTo>
                  <a:pt x="333851" y="353834"/>
                  <a:pt x="343195" y="353834"/>
                  <a:pt x="348957" y="348072"/>
                </a:cubicBezTo>
                <a:cubicBezTo>
                  <a:pt x="354720" y="342309"/>
                  <a:pt x="354720" y="332965"/>
                  <a:pt x="348957" y="327202"/>
                </a:cubicBezTo>
                <a:moveTo>
                  <a:pt x="242973" y="294865"/>
                </a:moveTo>
                <a:cubicBezTo>
                  <a:pt x="214322" y="294865"/>
                  <a:pt x="191090" y="271633"/>
                  <a:pt x="191090" y="242973"/>
                </a:cubicBezTo>
                <a:cubicBezTo>
                  <a:pt x="191090" y="214322"/>
                  <a:pt x="214322" y="191090"/>
                  <a:pt x="242973" y="191090"/>
                </a:cubicBezTo>
                <a:cubicBezTo>
                  <a:pt x="271633" y="191090"/>
                  <a:pt x="294865" y="214322"/>
                  <a:pt x="294865" y="242973"/>
                </a:cubicBezTo>
                <a:cubicBezTo>
                  <a:pt x="294865" y="271633"/>
                  <a:pt x="271633" y="294865"/>
                  <a:pt x="242973" y="294865"/>
                </a:cubicBezTo>
                <a:moveTo>
                  <a:pt x="139636" y="242973"/>
                </a:moveTo>
                <a:cubicBezTo>
                  <a:pt x="139646" y="236067"/>
                  <a:pt x="140341" y="229171"/>
                  <a:pt x="141703" y="222399"/>
                </a:cubicBezTo>
                <a:lnTo>
                  <a:pt x="126996" y="222399"/>
                </a:lnTo>
                <a:lnTo>
                  <a:pt x="126996" y="184623"/>
                </a:lnTo>
                <a:lnTo>
                  <a:pt x="158162" y="184623"/>
                </a:lnTo>
                <a:cubicBezTo>
                  <a:pt x="163868" y="176317"/>
                  <a:pt x="170754" y="168897"/>
                  <a:pt x="178593" y="162572"/>
                </a:cubicBezTo>
                <a:lnTo>
                  <a:pt x="126558" y="162572"/>
                </a:lnTo>
                <a:lnTo>
                  <a:pt x="126558" y="124939"/>
                </a:lnTo>
                <a:lnTo>
                  <a:pt x="186089" y="124939"/>
                </a:lnTo>
                <a:lnTo>
                  <a:pt x="186089" y="156695"/>
                </a:lnTo>
                <a:cubicBezTo>
                  <a:pt x="193005" y="152209"/>
                  <a:pt x="200396" y="148504"/>
                  <a:pt x="208140" y="145665"/>
                </a:cubicBezTo>
                <a:lnTo>
                  <a:pt x="208140" y="124939"/>
                </a:lnTo>
                <a:lnTo>
                  <a:pt x="259584" y="124939"/>
                </a:lnTo>
                <a:lnTo>
                  <a:pt x="259584" y="140960"/>
                </a:lnTo>
                <a:cubicBezTo>
                  <a:pt x="267128" y="142236"/>
                  <a:pt x="274520" y="144313"/>
                  <a:pt x="281635" y="147142"/>
                </a:cubicBezTo>
                <a:lnTo>
                  <a:pt x="281635" y="35128"/>
                </a:lnTo>
                <a:cubicBezTo>
                  <a:pt x="281635" y="15782"/>
                  <a:pt x="265995" y="76"/>
                  <a:pt x="246649" y="0"/>
                </a:cubicBezTo>
                <a:lnTo>
                  <a:pt x="35128" y="0"/>
                </a:lnTo>
                <a:cubicBezTo>
                  <a:pt x="15725" y="0"/>
                  <a:pt x="0" y="15725"/>
                  <a:pt x="0" y="35128"/>
                </a:cubicBezTo>
                <a:lnTo>
                  <a:pt x="0" y="209464"/>
                </a:lnTo>
                <a:cubicBezTo>
                  <a:pt x="76" y="228809"/>
                  <a:pt x="15782" y="244449"/>
                  <a:pt x="35128" y="244449"/>
                </a:cubicBezTo>
                <a:lnTo>
                  <a:pt x="139636" y="244449"/>
                </a:lnTo>
                <a:lnTo>
                  <a:pt x="139636" y="242973"/>
                </a:lnTo>
                <a:moveTo>
                  <a:pt x="208140" y="65112"/>
                </a:moveTo>
                <a:lnTo>
                  <a:pt x="259584" y="65112"/>
                </a:lnTo>
                <a:lnTo>
                  <a:pt x="259584" y="102889"/>
                </a:lnTo>
                <a:lnTo>
                  <a:pt x="208140" y="102889"/>
                </a:lnTo>
                <a:lnTo>
                  <a:pt x="208140" y="65112"/>
                </a:lnTo>
                <a:moveTo>
                  <a:pt x="126558" y="65112"/>
                </a:moveTo>
                <a:lnTo>
                  <a:pt x="186089" y="65112"/>
                </a:lnTo>
                <a:lnTo>
                  <a:pt x="186089" y="102889"/>
                </a:lnTo>
                <a:lnTo>
                  <a:pt x="126558" y="102889"/>
                </a:lnTo>
                <a:lnTo>
                  <a:pt x="126558" y="65112"/>
                </a:lnTo>
                <a:moveTo>
                  <a:pt x="104508" y="222399"/>
                </a:moveTo>
                <a:lnTo>
                  <a:pt x="35128" y="222399"/>
                </a:lnTo>
                <a:cubicBezTo>
                  <a:pt x="27965" y="222399"/>
                  <a:pt x="22126" y="216627"/>
                  <a:pt x="22050" y="209464"/>
                </a:cubicBezTo>
                <a:lnTo>
                  <a:pt x="22050" y="184623"/>
                </a:lnTo>
                <a:lnTo>
                  <a:pt x="104508" y="184623"/>
                </a:lnTo>
                <a:lnTo>
                  <a:pt x="104508" y="222399"/>
                </a:lnTo>
                <a:moveTo>
                  <a:pt x="104508" y="162572"/>
                </a:moveTo>
                <a:lnTo>
                  <a:pt x="22050" y="162572"/>
                </a:lnTo>
                <a:lnTo>
                  <a:pt x="22050" y="124939"/>
                </a:lnTo>
                <a:lnTo>
                  <a:pt x="104508" y="124939"/>
                </a:lnTo>
                <a:lnTo>
                  <a:pt x="104508" y="162572"/>
                </a:lnTo>
                <a:moveTo>
                  <a:pt x="104508" y="102889"/>
                </a:moveTo>
                <a:lnTo>
                  <a:pt x="22050" y="102889"/>
                </a:lnTo>
                <a:lnTo>
                  <a:pt x="22050" y="65112"/>
                </a:lnTo>
                <a:lnTo>
                  <a:pt x="104508" y="65112"/>
                </a:lnTo>
                <a:lnTo>
                  <a:pt x="104508" y="102889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70611" y="2950925"/>
            <a:ext cx="352777" cy="332851"/>
          </a:xfrm>
          <a:custGeom>
            <a:avLst/>
            <a:gdLst/>
            <a:ahLst/>
            <a:cxnLst/>
            <a:rect l="0" t="0" r="0" b="0"/>
            <a:pathLst>
              <a:path w="352777" h="332851">
                <a:moveTo>
                  <a:pt x="198434" y="204206"/>
                </a:moveTo>
                <a:lnTo>
                  <a:pt x="154343" y="204206"/>
                </a:lnTo>
                <a:cubicBezTo>
                  <a:pt x="148247" y="204206"/>
                  <a:pt x="143313" y="209140"/>
                  <a:pt x="143313" y="215226"/>
                </a:cubicBezTo>
                <a:cubicBezTo>
                  <a:pt x="143313" y="221313"/>
                  <a:pt x="148247" y="226247"/>
                  <a:pt x="154343" y="226247"/>
                </a:cubicBezTo>
                <a:lnTo>
                  <a:pt x="198434" y="226247"/>
                </a:lnTo>
                <a:cubicBezTo>
                  <a:pt x="204530" y="226247"/>
                  <a:pt x="209464" y="221313"/>
                  <a:pt x="209464" y="215226"/>
                </a:cubicBezTo>
                <a:cubicBezTo>
                  <a:pt x="209464" y="209140"/>
                  <a:pt x="204530" y="204206"/>
                  <a:pt x="198434" y="204206"/>
                </a:cubicBezTo>
                <a:moveTo>
                  <a:pt x="293979" y="75580"/>
                </a:moveTo>
                <a:cubicBezTo>
                  <a:pt x="285864" y="75580"/>
                  <a:pt x="279282" y="82162"/>
                  <a:pt x="279282" y="90287"/>
                </a:cubicBezTo>
                <a:cubicBezTo>
                  <a:pt x="279282" y="98402"/>
                  <a:pt x="285864" y="104984"/>
                  <a:pt x="293979" y="104984"/>
                </a:cubicBezTo>
                <a:lnTo>
                  <a:pt x="308676" y="104984"/>
                </a:lnTo>
                <a:cubicBezTo>
                  <a:pt x="316801" y="104984"/>
                  <a:pt x="323383" y="98402"/>
                  <a:pt x="323383" y="90287"/>
                </a:cubicBezTo>
                <a:cubicBezTo>
                  <a:pt x="323383" y="82162"/>
                  <a:pt x="316801" y="75580"/>
                  <a:pt x="308676" y="75580"/>
                </a:cubicBezTo>
                <a:lnTo>
                  <a:pt x="293979" y="75580"/>
                </a:lnTo>
                <a:moveTo>
                  <a:pt x="279282" y="46186"/>
                </a:moveTo>
                <a:cubicBezTo>
                  <a:pt x="283187" y="46205"/>
                  <a:pt x="286940" y="44672"/>
                  <a:pt x="289721" y="41929"/>
                </a:cubicBezTo>
                <a:lnTo>
                  <a:pt x="304419" y="27222"/>
                </a:lnTo>
                <a:cubicBezTo>
                  <a:pt x="310343" y="21459"/>
                  <a:pt x="310476" y="11982"/>
                  <a:pt x="304714" y="6057"/>
                </a:cubicBezTo>
                <a:cubicBezTo>
                  <a:pt x="298951" y="133"/>
                  <a:pt x="289474" y="0"/>
                  <a:pt x="283549" y="5762"/>
                </a:cubicBezTo>
                <a:lnTo>
                  <a:pt x="268843" y="20459"/>
                </a:lnTo>
                <a:cubicBezTo>
                  <a:pt x="266061" y="23221"/>
                  <a:pt x="264499" y="26984"/>
                  <a:pt x="264499" y="30899"/>
                </a:cubicBezTo>
                <a:cubicBezTo>
                  <a:pt x="264499" y="34823"/>
                  <a:pt x="266061" y="38576"/>
                  <a:pt x="268843" y="41338"/>
                </a:cubicBezTo>
                <a:cubicBezTo>
                  <a:pt x="271519" y="44300"/>
                  <a:pt x="275291" y="46053"/>
                  <a:pt x="279282" y="46186"/>
                </a:cubicBezTo>
                <a:moveTo>
                  <a:pt x="44100" y="104984"/>
                </a:moveTo>
                <a:lnTo>
                  <a:pt x="58797" y="104984"/>
                </a:lnTo>
                <a:cubicBezTo>
                  <a:pt x="66913" y="104984"/>
                  <a:pt x="73494" y="98402"/>
                  <a:pt x="73494" y="90287"/>
                </a:cubicBezTo>
                <a:cubicBezTo>
                  <a:pt x="73494" y="82162"/>
                  <a:pt x="66913" y="75580"/>
                  <a:pt x="58797" y="75580"/>
                </a:cubicBezTo>
                <a:lnTo>
                  <a:pt x="44100" y="75580"/>
                </a:lnTo>
                <a:cubicBezTo>
                  <a:pt x="35975" y="75580"/>
                  <a:pt x="29394" y="82162"/>
                  <a:pt x="29394" y="90287"/>
                </a:cubicBezTo>
                <a:cubicBezTo>
                  <a:pt x="29394" y="98402"/>
                  <a:pt x="35975" y="104984"/>
                  <a:pt x="44100" y="104984"/>
                </a:cubicBezTo>
                <a:moveTo>
                  <a:pt x="63055" y="41929"/>
                </a:moveTo>
                <a:cubicBezTo>
                  <a:pt x="65817" y="44710"/>
                  <a:pt x="69580" y="46272"/>
                  <a:pt x="73494" y="46272"/>
                </a:cubicBezTo>
                <a:cubicBezTo>
                  <a:pt x="77419" y="46272"/>
                  <a:pt x="81172" y="44710"/>
                  <a:pt x="83934" y="41929"/>
                </a:cubicBezTo>
                <a:cubicBezTo>
                  <a:pt x="86896" y="39147"/>
                  <a:pt x="88582" y="35261"/>
                  <a:pt x="88582" y="31194"/>
                </a:cubicBezTo>
                <a:cubicBezTo>
                  <a:pt x="88582" y="27127"/>
                  <a:pt x="86896" y="23240"/>
                  <a:pt x="83934" y="20459"/>
                </a:cubicBezTo>
                <a:lnTo>
                  <a:pt x="69237" y="5762"/>
                </a:lnTo>
                <a:cubicBezTo>
                  <a:pt x="63303" y="0"/>
                  <a:pt x="53835" y="133"/>
                  <a:pt x="48063" y="6057"/>
                </a:cubicBezTo>
                <a:cubicBezTo>
                  <a:pt x="42300" y="11982"/>
                  <a:pt x="42433" y="21459"/>
                  <a:pt x="48358" y="27222"/>
                </a:cubicBezTo>
                <a:lnTo>
                  <a:pt x="63055" y="41929"/>
                </a:lnTo>
                <a:moveTo>
                  <a:pt x="283549" y="174212"/>
                </a:moveTo>
                <a:cubicBezTo>
                  <a:pt x="286302" y="177003"/>
                  <a:pt x="290064" y="178565"/>
                  <a:pt x="293979" y="178565"/>
                </a:cubicBezTo>
                <a:cubicBezTo>
                  <a:pt x="297903" y="178565"/>
                  <a:pt x="301656" y="177003"/>
                  <a:pt x="304419" y="174212"/>
                </a:cubicBezTo>
                <a:cubicBezTo>
                  <a:pt x="307200" y="171459"/>
                  <a:pt x="308762" y="167697"/>
                  <a:pt x="308762" y="163782"/>
                </a:cubicBezTo>
                <a:cubicBezTo>
                  <a:pt x="308762" y="159858"/>
                  <a:pt x="307200" y="156105"/>
                  <a:pt x="304419" y="153342"/>
                </a:cubicBezTo>
                <a:lnTo>
                  <a:pt x="289721" y="138645"/>
                </a:lnTo>
                <a:cubicBezTo>
                  <a:pt x="283959" y="132883"/>
                  <a:pt x="274605" y="132883"/>
                  <a:pt x="268843" y="138645"/>
                </a:cubicBezTo>
                <a:cubicBezTo>
                  <a:pt x="263080" y="144408"/>
                  <a:pt x="263080" y="153752"/>
                  <a:pt x="268843" y="159515"/>
                </a:cubicBezTo>
                <a:lnTo>
                  <a:pt x="283549" y="174212"/>
                </a:lnTo>
                <a:moveTo>
                  <a:pt x="63055" y="138055"/>
                </a:moveTo>
                <a:lnTo>
                  <a:pt x="48358" y="152752"/>
                </a:lnTo>
                <a:cubicBezTo>
                  <a:pt x="45577" y="155514"/>
                  <a:pt x="44015" y="159277"/>
                  <a:pt x="44015" y="163191"/>
                </a:cubicBezTo>
                <a:cubicBezTo>
                  <a:pt x="44015" y="167106"/>
                  <a:pt x="45577" y="170868"/>
                  <a:pt x="48358" y="173631"/>
                </a:cubicBezTo>
                <a:cubicBezTo>
                  <a:pt x="51120" y="176412"/>
                  <a:pt x="54873" y="177974"/>
                  <a:pt x="58797" y="177974"/>
                </a:cubicBezTo>
                <a:cubicBezTo>
                  <a:pt x="62712" y="177974"/>
                  <a:pt x="66474" y="176412"/>
                  <a:pt x="69237" y="173631"/>
                </a:cubicBezTo>
                <a:lnTo>
                  <a:pt x="83934" y="158924"/>
                </a:lnTo>
                <a:cubicBezTo>
                  <a:pt x="89696" y="153162"/>
                  <a:pt x="89696" y="143817"/>
                  <a:pt x="83934" y="138055"/>
                </a:cubicBezTo>
                <a:cubicBezTo>
                  <a:pt x="78171" y="132292"/>
                  <a:pt x="68818" y="132292"/>
                  <a:pt x="63055" y="138055"/>
                </a:cubicBezTo>
                <a:moveTo>
                  <a:pt x="257232" y="90287"/>
                </a:moveTo>
                <a:cubicBezTo>
                  <a:pt x="257384" y="50758"/>
                  <a:pt x="228923" y="16925"/>
                  <a:pt x="189957" y="10287"/>
                </a:cubicBezTo>
                <a:cubicBezTo>
                  <a:pt x="150999" y="3648"/>
                  <a:pt x="112947" y="26165"/>
                  <a:pt x="100002" y="63512"/>
                </a:cubicBezTo>
                <a:cubicBezTo>
                  <a:pt x="87058" y="100860"/>
                  <a:pt x="103012" y="142084"/>
                  <a:pt x="137731" y="160991"/>
                </a:cubicBezTo>
                <a:cubicBezTo>
                  <a:pt x="138912" y="161629"/>
                  <a:pt x="139646" y="162877"/>
                  <a:pt x="139636" y="164220"/>
                </a:cubicBezTo>
                <a:lnTo>
                  <a:pt x="139636" y="171126"/>
                </a:lnTo>
                <a:cubicBezTo>
                  <a:pt x="139636" y="179250"/>
                  <a:pt x="146218" y="185832"/>
                  <a:pt x="154343" y="185832"/>
                </a:cubicBezTo>
                <a:lnTo>
                  <a:pt x="198434" y="185832"/>
                </a:lnTo>
                <a:cubicBezTo>
                  <a:pt x="206559" y="185832"/>
                  <a:pt x="213140" y="179250"/>
                  <a:pt x="213140" y="171126"/>
                </a:cubicBezTo>
                <a:lnTo>
                  <a:pt x="213140" y="164220"/>
                </a:lnTo>
                <a:cubicBezTo>
                  <a:pt x="213131" y="162877"/>
                  <a:pt x="213864" y="161629"/>
                  <a:pt x="215045" y="160991"/>
                </a:cubicBezTo>
                <a:cubicBezTo>
                  <a:pt x="241001" y="146932"/>
                  <a:pt x="257184" y="119805"/>
                  <a:pt x="257232" y="90287"/>
                </a:cubicBezTo>
                <a:moveTo>
                  <a:pt x="117595" y="243887"/>
                </a:moveTo>
                <a:cubicBezTo>
                  <a:pt x="117300" y="241592"/>
                  <a:pt x="116014" y="239553"/>
                  <a:pt x="114061" y="238305"/>
                </a:cubicBezTo>
                <a:cubicBezTo>
                  <a:pt x="111975" y="237277"/>
                  <a:pt x="109537" y="237277"/>
                  <a:pt x="107451" y="238305"/>
                </a:cubicBezTo>
                <a:lnTo>
                  <a:pt x="42919" y="263585"/>
                </a:lnTo>
                <a:cubicBezTo>
                  <a:pt x="17125" y="273262"/>
                  <a:pt x="19" y="297913"/>
                  <a:pt x="0" y="325469"/>
                </a:cubicBezTo>
                <a:cubicBezTo>
                  <a:pt x="0" y="329526"/>
                  <a:pt x="3286" y="332822"/>
                  <a:pt x="7353" y="332822"/>
                </a:cubicBezTo>
                <a:lnTo>
                  <a:pt x="117595" y="332822"/>
                </a:lnTo>
                <a:cubicBezTo>
                  <a:pt x="119643" y="332793"/>
                  <a:pt x="121605" y="331946"/>
                  <a:pt x="123034" y="330469"/>
                </a:cubicBezTo>
                <a:cubicBezTo>
                  <a:pt x="124367" y="328869"/>
                  <a:pt x="125053" y="326821"/>
                  <a:pt x="124939" y="324735"/>
                </a:cubicBezTo>
                <a:lnTo>
                  <a:pt x="117595" y="243887"/>
                </a:lnTo>
                <a:moveTo>
                  <a:pt x="310000" y="263585"/>
                </a:moveTo>
                <a:lnTo>
                  <a:pt x="245325" y="237858"/>
                </a:lnTo>
                <a:cubicBezTo>
                  <a:pt x="243239" y="236839"/>
                  <a:pt x="240801" y="236839"/>
                  <a:pt x="238715" y="237858"/>
                </a:cubicBezTo>
                <a:cubicBezTo>
                  <a:pt x="236762" y="239106"/>
                  <a:pt x="235477" y="241153"/>
                  <a:pt x="235181" y="243449"/>
                </a:cubicBezTo>
                <a:lnTo>
                  <a:pt x="227837" y="324297"/>
                </a:lnTo>
                <a:cubicBezTo>
                  <a:pt x="227723" y="326374"/>
                  <a:pt x="228409" y="328422"/>
                  <a:pt x="229743" y="330022"/>
                </a:cubicBezTo>
                <a:cubicBezTo>
                  <a:pt x="231171" y="331508"/>
                  <a:pt x="233133" y="332355"/>
                  <a:pt x="235181" y="332374"/>
                </a:cubicBezTo>
                <a:lnTo>
                  <a:pt x="345424" y="332374"/>
                </a:lnTo>
                <a:cubicBezTo>
                  <a:pt x="349491" y="332374"/>
                  <a:pt x="352777" y="329088"/>
                  <a:pt x="352777" y="325031"/>
                </a:cubicBezTo>
                <a:cubicBezTo>
                  <a:pt x="352472" y="297713"/>
                  <a:pt x="335518" y="273357"/>
                  <a:pt x="310000" y="263585"/>
                </a:cubicBezTo>
                <a:moveTo>
                  <a:pt x="183146" y="267557"/>
                </a:moveTo>
                <a:cubicBezTo>
                  <a:pt x="181908" y="264956"/>
                  <a:pt x="179270" y="263299"/>
                  <a:pt x="176393" y="263299"/>
                </a:cubicBezTo>
                <a:cubicBezTo>
                  <a:pt x="173507" y="263299"/>
                  <a:pt x="170868" y="264956"/>
                  <a:pt x="169630" y="267557"/>
                </a:cubicBezTo>
                <a:lnTo>
                  <a:pt x="146989" y="322678"/>
                </a:lnTo>
                <a:cubicBezTo>
                  <a:pt x="145980" y="324945"/>
                  <a:pt x="146256" y="327583"/>
                  <a:pt x="147723" y="329584"/>
                </a:cubicBezTo>
                <a:cubicBezTo>
                  <a:pt x="149047" y="331631"/>
                  <a:pt x="151323" y="332851"/>
                  <a:pt x="153752" y="332822"/>
                </a:cubicBezTo>
                <a:lnTo>
                  <a:pt x="197853" y="332822"/>
                </a:lnTo>
                <a:cubicBezTo>
                  <a:pt x="200282" y="332851"/>
                  <a:pt x="202558" y="331631"/>
                  <a:pt x="203873" y="329584"/>
                </a:cubicBezTo>
                <a:cubicBezTo>
                  <a:pt x="205349" y="327583"/>
                  <a:pt x="205625" y="324945"/>
                  <a:pt x="204606" y="322678"/>
                </a:cubicBezTo>
                <a:lnTo>
                  <a:pt x="183146" y="267557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73259" y="2327029"/>
            <a:ext cx="346833" cy="348367"/>
          </a:xfrm>
          <a:custGeom>
            <a:avLst/>
            <a:gdLst/>
            <a:ahLst/>
            <a:cxnLst/>
            <a:rect l="0" t="0" r="0" b="0"/>
            <a:pathLst>
              <a:path w="346833" h="348367">
                <a:moveTo>
                  <a:pt x="49596" y="48825"/>
                </a:moveTo>
                <a:cubicBezTo>
                  <a:pt x="21650" y="48825"/>
                  <a:pt x="2114" y="35890"/>
                  <a:pt x="2114" y="24422"/>
                </a:cubicBezTo>
                <a:cubicBezTo>
                  <a:pt x="2114" y="12944"/>
                  <a:pt x="21650" y="0"/>
                  <a:pt x="49596" y="0"/>
                </a:cubicBezTo>
                <a:cubicBezTo>
                  <a:pt x="77552" y="0"/>
                  <a:pt x="96954" y="12934"/>
                  <a:pt x="96954" y="24412"/>
                </a:cubicBezTo>
                <a:cubicBezTo>
                  <a:pt x="96954" y="35880"/>
                  <a:pt x="77552" y="48815"/>
                  <a:pt x="49596" y="48815"/>
                </a:cubicBezTo>
                <a:moveTo>
                  <a:pt x="96954" y="57969"/>
                </a:moveTo>
                <a:cubicBezTo>
                  <a:pt x="96935" y="56873"/>
                  <a:pt x="96326" y="55873"/>
                  <a:pt x="95373" y="55349"/>
                </a:cubicBezTo>
                <a:cubicBezTo>
                  <a:pt x="94411" y="54816"/>
                  <a:pt x="93240" y="54844"/>
                  <a:pt x="92306" y="55406"/>
                </a:cubicBezTo>
                <a:cubicBezTo>
                  <a:pt x="79343" y="62922"/>
                  <a:pt x="64569" y="66722"/>
                  <a:pt x="49596" y="66389"/>
                </a:cubicBezTo>
                <a:cubicBezTo>
                  <a:pt x="34613" y="66741"/>
                  <a:pt x="19831" y="62941"/>
                  <a:pt x="6877" y="55406"/>
                </a:cubicBezTo>
                <a:cubicBezTo>
                  <a:pt x="5886" y="54863"/>
                  <a:pt x="4686" y="54863"/>
                  <a:pt x="3705" y="55406"/>
                </a:cubicBezTo>
                <a:cubicBezTo>
                  <a:pt x="2733" y="55968"/>
                  <a:pt x="2133" y="56988"/>
                  <a:pt x="2114" y="58102"/>
                </a:cubicBezTo>
                <a:lnTo>
                  <a:pt x="2114" y="97640"/>
                </a:lnTo>
                <a:cubicBezTo>
                  <a:pt x="2114" y="109108"/>
                  <a:pt x="21650" y="122043"/>
                  <a:pt x="49596" y="122043"/>
                </a:cubicBezTo>
                <a:cubicBezTo>
                  <a:pt x="77552" y="122043"/>
                  <a:pt x="96954" y="109842"/>
                  <a:pt x="96954" y="97640"/>
                </a:cubicBezTo>
                <a:lnTo>
                  <a:pt x="96954" y="57969"/>
                </a:lnTo>
                <a:moveTo>
                  <a:pt x="49529" y="141722"/>
                </a:moveTo>
                <a:cubicBezTo>
                  <a:pt x="41414" y="141722"/>
                  <a:pt x="34832" y="148304"/>
                  <a:pt x="34832" y="156419"/>
                </a:cubicBezTo>
                <a:lnTo>
                  <a:pt x="34832" y="184194"/>
                </a:lnTo>
                <a:cubicBezTo>
                  <a:pt x="34832" y="188604"/>
                  <a:pt x="36823" y="192785"/>
                  <a:pt x="40243" y="195576"/>
                </a:cubicBezTo>
                <a:lnTo>
                  <a:pt x="67513" y="217789"/>
                </a:lnTo>
                <a:cubicBezTo>
                  <a:pt x="73799" y="222923"/>
                  <a:pt x="83058" y="221980"/>
                  <a:pt x="88191" y="215693"/>
                </a:cubicBezTo>
                <a:cubicBezTo>
                  <a:pt x="93325" y="209397"/>
                  <a:pt x="92382" y="200139"/>
                  <a:pt x="86086" y="195005"/>
                </a:cubicBezTo>
                <a:lnTo>
                  <a:pt x="64236" y="177203"/>
                </a:lnTo>
                <a:lnTo>
                  <a:pt x="64236" y="156419"/>
                </a:lnTo>
                <a:cubicBezTo>
                  <a:pt x="64236" y="148304"/>
                  <a:pt x="57654" y="141722"/>
                  <a:pt x="49529" y="141722"/>
                </a:cubicBezTo>
                <a:moveTo>
                  <a:pt x="299418" y="141722"/>
                </a:moveTo>
                <a:cubicBezTo>
                  <a:pt x="307533" y="141722"/>
                  <a:pt x="314115" y="148304"/>
                  <a:pt x="314115" y="156419"/>
                </a:cubicBezTo>
                <a:lnTo>
                  <a:pt x="314115" y="184194"/>
                </a:lnTo>
                <a:cubicBezTo>
                  <a:pt x="314115" y="188604"/>
                  <a:pt x="312134" y="192785"/>
                  <a:pt x="308705" y="195576"/>
                </a:cubicBezTo>
                <a:lnTo>
                  <a:pt x="281444" y="217789"/>
                </a:lnTo>
                <a:cubicBezTo>
                  <a:pt x="275139" y="222684"/>
                  <a:pt x="266080" y="221646"/>
                  <a:pt x="261042" y="215465"/>
                </a:cubicBezTo>
                <a:cubicBezTo>
                  <a:pt x="255993" y="209273"/>
                  <a:pt x="256813" y="200196"/>
                  <a:pt x="262880" y="195005"/>
                </a:cubicBezTo>
                <a:lnTo>
                  <a:pt x="284721" y="177203"/>
                </a:lnTo>
                <a:lnTo>
                  <a:pt x="284721" y="156419"/>
                </a:lnTo>
                <a:cubicBezTo>
                  <a:pt x="284721" y="148304"/>
                  <a:pt x="291303" y="141722"/>
                  <a:pt x="299418" y="141722"/>
                </a:cubicBezTo>
                <a:moveTo>
                  <a:pt x="188442" y="156419"/>
                </a:moveTo>
                <a:cubicBezTo>
                  <a:pt x="188442" y="148304"/>
                  <a:pt x="181860" y="141722"/>
                  <a:pt x="173745" y="141722"/>
                </a:cubicBezTo>
                <a:cubicBezTo>
                  <a:pt x="165620" y="141722"/>
                  <a:pt x="159038" y="148304"/>
                  <a:pt x="159038" y="156419"/>
                </a:cubicBezTo>
                <a:lnTo>
                  <a:pt x="159038" y="178136"/>
                </a:lnTo>
                <a:cubicBezTo>
                  <a:pt x="159038" y="186251"/>
                  <a:pt x="165620" y="192833"/>
                  <a:pt x="173745" y="192833"/>
                </a:cubicBezTo>
                <a:cubicBezTo>
                  <a:pt x="181860" y="192833"/>
                  <a:pt x="188442" y="186251"/>
                  <a:pt x="188442" y="178136"/>
                </a:cubicBezTo>
                <a:lnTo>
                  <a:pt x="188442" y="156419"/>
                </a:lnTo>
                <a:moveTo>
                  <a:pt x="220722" y="56454"/>
                </a:moveTo>
                <a:cubicBezTo>
                  <a:pt x="220999" y="56911"/>
                  <a:pt x="221151" y="57435"/>
                  <a:pt x="221160" y="57969"/>
                </a:cubicBezTo>
                <a:lnTo>
                  <a:pt x="221160" y="97659"/>
                </a:lnTo>
                <a:cubicBezTo>
                  <a:pt x="221160" y="109851"/>
                  <a:pt x="201758" y="122053"/>
                  <a:pt x="173802" y="122053"/>
                </a:cubicBezTo>
                <a:cubicBezTo>
                  <a:pt x="145856" y="122053"/>
                  <a:pt x="126320" y="109118"/>
                  <a:pt x="126320" y="97659"/>
                </a:cubicBezTo>
                <a:lnTo>
                  <a:pt x="126320" y="58083"/>
                </a:lnTo>
                <a:cubicBezTo>
                  <a:pt x="126339" y="56969"/>
                  <a:pt x="126949" y="55949"/>
                  <a:pt x="127911" y="55397"/>
                </a:cubicBezTo>
                <a:cubicBezTo>
                  <a:pt x="128901" y="54854"/>
                  <a:pt x="130092" y="54854"/>
                  <a:pt x="131083" y="55397"/>
                </a:cubicBezTo>
                <a:cubicBezTo>
                  <a:pt x="144037" y="62922"/>
                  <a:pt x="158819" y="66722"/>
                  <a:pt x="173802" y="66379"/>
                </a:cubicBezTo>
                <a:cubicBezTo>
                  <a:pt x="188775" y="66703"/>
                  <a:pt x="203549" y="62903"/>
                  <a:pt x="216512" y="55397"/>
                </a:cubicBezTo>
                <a:cubicBezTo>
                  <a:pt x="217208" y="54978"/>
                  <a:pt x="218046" y="54844"/>
                  <a:pt x="218827" y="55035"/>
                </a:cubicBezTo>
                <a:cubicBezTo>
                  <a:pt x="219617" y="55235"/>
                  <a:pt x="220294" y="55730"/>
                  <a:pt x="220722" y="56426"/>
                </a:cubicBezTo>
                <a:moveTo>
                  <a:pt x="346833" y="57969"/>
                </a:moveTo>
                <a:cubicBezTo>
                  <a:pt x="346814" y="56873"/>
                  <a:pt x="346214" y="55873"/>
                  <a:pt x="345252" y="55349"/>
                </a:cubicBezTo>
                <a:cubicBezTo>
                  <a:pt x="344300" y="54816"/>
                  <a:pt x="343128" y="54844"/>
                  <a:pt x="342195" y="55406"/>
                </a:cubicBezTo>
                <a:cubicBezTo>
                  <a:pt x="329231" y="62922"/>
                  <a:pt x="314448" y="66722"/>
                  <a:pt x="299475" y="66389"/>
                </a:cubicBezTo>
                <a:cubicBezTo>
                  <a:pt x="284502" y="66741"/>
                  <a:pt x="269719" y="62941"/>
                  <a:pt x="256765" y="55406"/>
                </a:cubicBezTo>
                <a:cubicBezTo>
                  <a:pt x="255774" y="54863"/>
                  <a:pt x="254574" y="54863"/>
                  <a:pt x="253584" y="55406"/>
                </a:cubicBezTo>
                <a:cubicBezTo>
                  <a:pt x="252622" y="55968"/>
                  <a:pt x="252021" y="56988"/>
                  <a:pt x="252002" y="58102"/>
                </a:cubicBezTo>
                <a:lnTo>
                  <a:pt x="252002" y="97640"/>
                </a:lnTo>
                <a:cubicBezTo>
                  <a:pt x="252002" y="109108"/>
                  <a:pt x="271529" y="122043"/>
                  <a:pt x="299475" y="122043"/>
                </a:cubicBezTo>
                <a:cubicBezTo>
                  <a:pt x="327431" y="122043"/>
                  <a:pt x="346833" y="109842"/>
                  <a:pt x="346833" y="97640"/>
                </a:cubicBezTo>
                <a:lnTo>
                  <a:pt x="346833" y="57969"/>
                </a:lnTo>
                <a:moveTo>
                  <a:pt x="252002" y="24412"/>
                </a:moveTo>
                <a:cubicBezTo>
                  <a:pt x="252002" y="35880"/>
                  <a:pt x="271529" y="48815"/>
                  <a:pt x="299475" y="48815"/>
                </a:cubicBezTo>
                <a:cubicBezTo>
                  <a:pt x="327431" y="48815"/>
                  <a:pt x="346833" y="35880"/>
                  <a:pt x="346833" y="24412"/>
                </a:cubicBezTo>
                <a:cubicBezTo>
                  <a:pt x="346833" y="12944"/>
                  <a:pt x="327431" y="9"/>
                  <a:pt x="299475" y="9"/>
                </a:cubicBezTo>
                <a:cubicBezTo>
                  <a:pt x="271529" y="9"/>
                  <a:pt x="252002" y="12944"/>
                  <a:pt x="252002" y="24412"/>
                </a:cubicBezTo>
                <a:moveTo>
                  <a:pt x="173802" y="48815"/>
                </a:moveTo>
                <a:cubicBezTo>
                  <a:pt x="145856" y="48815"/>
                  <a:pt x="126320" y="35880"/>
                  <a:pt x="126320" y="24412"/>
                </a:cubicBezTo>
                <a:cubicBezTo>
                  <a:pt x="126320" y="12944"/>
                  <a:pt x="145856" y="9"/>
                  <a:pt x="173802" y="9"/>
                </a:cubicBezTo>
                <a:cubicBezTo>
                  <a:pt x="201758" y="9"/>
                  <a:pt x="221160" y="12944"/>
                  <a:pt x="221160" y="24412"/>
                </a:cubicBezTo>
                <a:cubicBezTo>
                  <a:pt x="221160" y="35880"/>
                  <a:pt x="201758" y="48815"/>
                  <a:pt x="173802" y="48815"/>
                </a:cubicBezTo>
                <a:moveTo>
                  <a:pt x="69084" y="302256"/>
                </a:moveTo>
                <a:cubicBezTo>
                  <a:pt x="46053" y="324964"/>
                  <a:pt x="23031" y="324964"/>
                  <a:pt x="0" y="324964"/>
                </a:cubicBezTo>
                <a:lnTo>
                  <a:pt x="0" y="348367"/>
                </a:lnTo>
                <a:lnTo>
                  <a:pt x="346824" y="348367"/>
                </a:lnTo>
                <a:lnTo>
                  <a:pt x="346824" y="324945"/>
                </a:lnTo>
                <a:cubicBezTo>
                  <a:pt x="323802" y="324945"/>
                  <a:pt x="300780" y="324945"/>
                  <a:pt x="277768" y="302218"/>
                </a:cubicBezTo>
                <a:cubicBezTo>
                  <a:pt x="254746" y="324945"/>
                  <a:pt x="231724" y="324945"/>
                  <a:pt x="225580" y="324945"/>
                </a:cubicBezTo>
                <a:cubicBezTo>
                  <a:pt x="219436" y="324945"/>
                  <a:pt x="196424" y="324945"/>
                  <a:pt x="173402" y="302218"/>
                </a:cubicBezTo>
                <a:cubicBezTo>
                  <a:pt x="150380" y="324945"/>
                  <a:pt x="127368" y="324945"/>
                  <a:pt x="121224" y="324945"/>
                </a:cubicBezTo>
                <a:cubicBezTo>
                  <a:pt x="115090" y="324945"/>
                  <a:pt x="92068" y="324945"/>
                  <a:pt x="69037" y="302218"/>
                </a:cubicBezTo>
                <a:moveTo>
                  <a:pt x="106137" y="296227"/>
                </a:moveTo>
                <a:cubicBezTo>
                  <a:pt x="106108" y="291874"/>
                  <a:pt x="104641" y="288978"/>
                  <a:pt x="101726" y="286064"/>
                </a:cubicBezTo>
                <a:lnTo>
                  <a:pt x="94383" y="278720"/>
                </a:lnTo>
                <a:cubicBezTo>
                  <a:pt x="89973" y="274310"/>
                  <a:pt x="88496" y="268433"/>
                  <a:pt x="91440" y="262547"/>
                </a:cubicBezTo>
                <a:cubicBezTo>
                  <a:pt x="94383" y="256670"/>
                  <a:pt x="98793" y="253726"/>
                  <a:pt x="106137" y="253726"/>
                </a:cubicBezTo>
                <a:lnTo>
                  <a:pt x="116433" y="253726"/>
                </a:lnTo>
                <a:cubicBezTo>
                  <a:pt x="120843" y="253726"/>
                  <a:pt x="123777" y="252260"/>
                  <a:pt x="126720" y="249316"/>
                </a:cubicBezTo>
                <a:cubicBezTo>
                  <a:pt x="129654" y="246383"/>
                  <a:pt x="131130" y="241973"/>
                  <a:pt x="131130" y="239029"/>
                </a:cubicBezTo>
                <a:lnTo>
                  <a:pt x="131130" y="228742"/>
                </a:lnTo>
                <a:cubicBezTo>
                  <a:pt x="131130" y="222865"/>
                  <a:pt x="134064" y="216979"/>
                  <a:pt x="139950" y="214045"/>
                </a:cubicBezTo>
                <a:cubicBezTo>
                  <a:pt x="145827" y="211102"/>
                  <a:pt x="151704" y="212569"/>
                  <a:pt x="156114" y="216979"/>
                </a:cubicBezTo>
                <a:lnTo>
                  <a:pt x="163468" y="224332"/>
                </a:lnTo>
                <a:cubicBezTo>
                  <a:pt x="166401" y="227276"/>
                  <a:pt x="169344" y="228742"/>
                  <a:pt x="173755" y="228742"/>
                </a:cubicBezTo>
                <a:cubicBezTo>
                  <a:pt x="178165" y="228742"/>
                  <a:pt x="181108" y="227276"/>
                  <a:pt x="184042" y="224332"/>
                </a:cubicBezTo>
                <a:lnTo>
                  <a:pt x="191395" y="216979"/>
                </a:lnTo>
                <a:cubicBezTo>
                  <a:pt x="195805" y="212569"/>
                  <a:pt x="201682" y="211102"/>
                  <a:pt x="207559" y="214045"/>
                </a:cubicBezTo>
                <a:cubicBezTo>
                  <a:pt x="213445" y="216979"/>
                  <a:pt x="216379" y="221389"/>
                  <a:pt x="216379" y="228742"/>
                </a:cubicBezTo>
                <a:lnTo>
                  <a:pt x="216379" y="239029"/>
                </a:lnTo>
                <a:cubicBezTo>
                  <a:pt x="216379" y="243439"/>
                  <a:pt x="217855" y="246383"/>
                  <a:pt x="220789" y="249316"/>
                </a:cubicBezTo>
                <a:cubicBezTo>
                  <a:pt x="223732" y="252260"/>
                  <a:pt x="228142" y="253726"/>
                  <a:pt x="231086" y="253726"/>
                </a:cubicBezTo>
                <a:lnTo>
                  <a:pt x="241373" y="253726"/>
                </a:lnTo>
                <a:cubicBezTo>
                  <a:pt x="247249" y="253726"/>
                  <a:pt x="253126" y="256670"/>
                  <a:pt x="256070" y="262547"/>
                </a:cubicBezTo>
                <a:cubicBezTo>
                  <a:pt x="259013" y="268433"/>
                  <a:pt x="257536" y="274310"/>
                  <a:pt x="253126" y="278720"/>
                </a:cubicBezTo>
                <a:lnTo>
                  <a:pt x="242839" y="286064"/>
                </a:lnTo>
                <a:cubicBezTo>
                  <a:pt x="239934" y="288978"/>
                  <a:pt x="238458" y="291893"/>
                  <a:pt x="238429" y="296208"/>
                </a:cubicBezTo>
                <a:cubicBezTo>
                  <a:pt x="238429" y="297427"/>
                  <a:pt x="238563" y="298532"/>
                  <a:pt x="238801" y="299561"/>
                </a:cubicBezTo>
                <a:cubicBezTo>
                  <a:pt x="230685" y="302942"/>
                  <a:pt x="224351" y="302942"/>
                  <a:pt x="221922" y="302942"/>
                </a:cubicBezTo>
                <a:cubicBezTo>
                  <a:pt x="218627" y="302942"/>
                  <a:pt x="210388" y="302942"/>
                  <a:pt x="200186" y="297446"/>
                </a:cubicBezTo>
                <a:cubicBezTo>
                  <a:pt x="200482" y="289855"/>
                  <a:pt x="197681" y="282473"/>
                  <a:pt x="192414" y="276996"/>
                </a:cubicBezTo>
                <a:cubicBezTo>
                  <a:pt x="187147" y="271519"/>
                  <a:pt x="179879" y="268424"/>
                  <a:pt x="172288" y="268433"/>
                </a:cubicBezTo>
                <a:cubicBezTo>
                  <a:pt x="156524" y="268433"/>
                  <a:pt x="144941" y="280997"/>
                  <a:pt x="144370" y="295255"/>
                </a:cubicBezTo>
                <a:cubicBezTo>
                  <a:pt x="132492" y="302942"/>
                  <a:pt x="122577" y="302933"/>
                  <a:pt x="119386" y="302933"/>
                </a:cubicBezTo>
                <a:cubicBezTo>
                  <a:pt x="116852" y="302933"/>
                  <a:pt x="111899" y="302933"/>
                  <a:pt x="105422" y="300809"/>
                </a:cubicBezTo>
                <a:cubicBezTo>
                  <a:pt x="105908" y="299332"/>
                  <a:pt x="106156" y="297770"/>
                  <a:pt x="106137" y="296208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2925" y="2545120"/>
            <a:ext cx="2038464" cy="1322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384F61"/>
                </a:solidFill>
                <a:latin typeface="Georgia"/>
              </a:rPr>
              <a:t>Cleaning and structuring data for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2393" y="2919938"/>
            <a:ext cx="137398" cy="2645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384F61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2925" y="2853799"/>
            <a:ext cx="986437" cy="1763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384F61"/>
                </a:solidFill>
                <a:latin typeface="Georgia"/>
              </a:rPr>
              <a:t>Analyze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2164" y="2346675"/>
            <a:ext cx="137874" cy="2645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384F61"/>
                </a:solidFill>
                <a:latin typeface="Georgia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2925" y="3118383"/>
            <a:ext cx="2392918" cy="1322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384F61"/>
                </a:solidFill>
                <a:latin typeface="Georgia"/>
              </a:rPr>
              <a:t>Applying analytical techniques to extract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2925" y="1971853"/>
            <a:ext cx="2033825" cy="1322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384F61"/>
                </a:solidFill>
                <a:latin typeface="Georgia"/>
              </a:rPr>
              <a:t>Accessing and loading data for 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2925" y="3427061"/>
            <a:ext cx="434940" cy="1763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384F61"/>
                </a:solidFill>
                <a:latin typeface="Georgia"/>
              </a:rPr>
              <a:t>OLAP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2925" y="1707269"/>
            <a:ext cx="778192" cy="1763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384F61"/>
                </a:solidFill>
                <a:latin typeface="Georgia"/>
              </a:rPr>
              <a:t>Read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7223" y="1773412"/>
            <a:ext cx="107756" cy="2645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384F61"/>
                </a:solidFill>
                <a:latin typeface="Georg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9659" y="3559350"/>
            <a:ext cx="142875" cy="2645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384F61"/>
                </a:solidFill>
                <a:latin typeface="Georgia"/>
              </a:rPr>
              <a:t>4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812925" y="3691648"/>
            <a:ext cx="2131218" cy="264566"/>
            <a:chOff x="1812925" y="3581405"/>
            <a:chExt cx="2131218" cy="264566"/>
          </a:xfrm>
        </p:grpSpPr>
        <p:sp>
          <p:nvSpPr>
            <p:cNvPr id="37" name="TextBox 36"/>
            <p:cNvSpPr txBox="1"/>
            <p:nvPr/>
          </p:nvSpPr>
          <p:spPr>
            <a:xfrm>
              <a:off x="1812925" y="3581405"/>
              <a:ext cx="2131218" cy="132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384F61"/>
                  </a:solidFill>
                  <a:latin typeface="Georgia"/>
                </a:rPr>
                <a:t>Performing online analytical processing for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812925" y="3713708"/>
              <a:ext cx="2131218" cy="132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384F61"/>
                  </a:solidFill>
                  <a:latin typeface="Georgia"/>
                </a:rPr>
                <a:t>multidimensional analysis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90525" y="481718"/>
            <a:ext cx="5483542" cy="800099"/>
            <a:chOff x="390525" y="371475"/>
            <a:chExt cx="5483542" cy="800099"/>
          </a:xfrm>
        </p:grpSpPr>
        <p:sp>
          <p:nvSpPr>
            <p:cNvPr id="40" name="TextBox 39"/>
            <p:cNvSpPr txBox="1"/>
            <p:nvPr/>
          </p:nvSpPr>
          <p:spPr>
            <a:xfrm>
              <a:off x="390525" y="371475"/>
              <a:ext cx="5483542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Business Intelligence Tools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525" y="771524"/>
              <a:ext cx="548354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384F61"/>
                  </a:solidFill>
                  <a:latin typeface="Merriweather"/>
                </a:rPr>
                <a:t>&amp; Workflows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75193" y="4198757"/>
            <a:ext cx="131806" cy="2645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384F61"/>
                </a:solidFill>
                <a:latin typeface="Georgia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12925" y="4132618"/>
            <a:ext cx="1081439" cy="1763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384F61"/>
                </a:solidFill>
                <a:latin typeface="Georgia"/>
              </a:rPr>
              <a:t>Visualize Data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6524386" y="481718"/>
            <a:ext cx="2229088" cy="457200"/>
            <a:chOff x="6524386" y="371475"/>
            <a:chExt cx="2229088" cy="457200"/>
          </a:xfrm>
        </p:grpSpPr>
        <p:sp>
          <p:nvSpPr>
            <p:cNvPr id="45" name="TextBox 44"/>
            <p:cNvSpPr txBox="1"/>
            <p:nvPr/>
          </p:nvSpPr>
          <p:spPr>
            <a:xfrm>
              <a:off x="6524386" y="371475"/>
              <a:ext cx="2229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Modern Software and the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524386" y="600075"/>
              <a:ext cx="2229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384F61"/>
                  </a:solidFill>
                  <a:latin typeface="Georgia"/>
                </a:rPr>
                <a:t>KNIME Analytical Process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812925" y="4397203"/>
            <a:ext cx="2053351" cy="1322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384F61"/>
                </a:solidFill>
                <a:latin typeface="Georgia"/>
              </a:rPr>
              <a:t>Creating visual representations of insights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12925" y="2280536"/>
            <a:ext cx="1209313" cy="1763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384F61"/>
                </a:solidFill>
                <a:latin typeface="Georgia"/>
              </a:rPr>
              <a:t>Transform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00002" y="1543050"/>
            <a:ext cx="787554" cy="3228974"/>
          </a:xfrm>
          <a:custGeom>
            <a:avLst/>
            <a:gdLst/>
            <a:ahLst/>
            <a:cxnLst/>
            <a:rect l="0" t="0" r="0" b="0"/>
            <a:pathLst>
              <a:path w="787554" h="3228974">
                <a:moveTo>
                  <a:pt x="393777" y="3228974"/>
                </a:moveTo>
                <a:lnTo>
                  <a:pt x="393777" y="0"/>
                </a:lnTo>
                <a:moveTo>
                  <a:pt x="787554" y="3228974"/>
                </a:moveTo>
                <a:lnTo>
                  <a:pt x="787554" y="0"/>
                </a:lnTo>
                <a:moveTo>
                  <a:pt x="0" y="3228974"/>
                </a:moveTo>
                <a:lnTo>
                  <a:pt x="0" y="0"/>
                </a:lnTo>
              </a:path>
            </a:pathLst>
          </a:custGeom>
          <a:noFill/>
          <a:ln w="1968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92564" y="1661182"/>
            <a:ext cx="433158" cy="354396"/>
          </a:xfrm>
          <a:custGeom>
            <a:avLst/>
            <a:gdLst/>
            <a:ahLst/>
            <a:cxnLst/>
            <a:rect l="0" t="0" r="0" b="0"/>
            <a:pathLst>
              <a:path w="433158" h="354396">
                <a:moveTo>
                  <a:pt x="254612" y="0"/>
                </a:moveTo>
                <a:cubicBezTo>
                  <a:pt x="353215" y="0"/>
                  <a:pt x="433158" y="79219"/>
                  <a:pt x="433158" y="176936"/>
                </a:cubicBezTo>
                <a:cubicBezTo>
                  <a:pt x="433158" y="275186"/>
                  <a:pt x="353215" y="354396"/>
                  <a:pt x="254612" y="354396"/>
                </a:cubicBezTo>
                <a:cubicBezTo>
                  <a:pt x="123977" y="354396"/>
                  <a:pt x="0" y="177203"/>
                  <a:pt x="0" y="177203"/>
                </a:cubicBezTo>
                <a:cubicBezTo>
                  <a:pt x="0" y="177203"/>
                  <a:pt x="123977" y="0"/>
                  <a:pt x="254612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92564" y="1661182"/>
            <a:ext cx="433155" cy="354399"/>
          </a:xfrm>
          <a:custGeom>
            <a:avLst/>
            <a:gdLst/>
            <a:ahLst/>
            <a:cxnLst/>
            <a:rect l="0" t="0" r="0" b="0"/>
            <a:pathLst>
              <a:path w="433155" h="354399">
                <a:moveTo>
                  <a:pt x="254610" y="0"/>
                </a:moveTo>
                <a:cubicBezTo>
                  <a:pt x="353218" y="0"/>
                  <a:pt x="433155" y="79215"/>
                  <a:pt x="433155" y="176935"/>
                </a:cubicBezTo>
                <a:lnTo>
                  <a:pt x="433155" y="177464"/>
                </a:lnTo>
                <a:cubicBezTo>
                  <a:pt x="433155" y="275184"/>
                  <a:pt x="353218" y="354399"/>
                  <a:pt x="254610" y="354399"/>
                </a:cubicBezTo>
                <a:cubicBezTo>
                  <a:pt x="123976" y="354399"/>
                  <a:pt x="0" y="177199"/>
                  <a:pt x="0" y="177199"/>
                </a:cubicBezTo>
                <a:cubicBezTo>
                  <a:pt x="0" y="177199"/>
                  <a:pt x="123976" y="0"/>
                  <a:pt x="254610" y="0"/>
                </a:cubicBezTo>
                <a:close/>
              </a:path>
            </a:pathLst>
          </a:custGeom>
          <a:noFill/>
          <a:ln w="1968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92564" y="2291227"/>
            <a:ext cx="433158" cy="354396"/>
          </a:xfrm>
          <a:custGeom>
            <a:avLst/>
            <a:gdLst/>
            <a:ahLst/>
            <a:cxnLst/>
            <a:rect l="0" t="0" r="0" b="0"/>
            <a:pathLst>
              <a:path w="433158" h="354396">
                <a:moveTo>
                  <a:pt x="254612" y="0"/>
                </a:moveTo>
                <a:cubicBezTo>
                  <a:pt x="353215" y="0"/>
                  <a:pt x="433158" y="79219"/>
                  <a:pt x="433158" y="176936"/>
                </a:cubicBezTo>
                <a:cubicBezTo>
                  <a:pt x="433158" y="275186"/>
                  <a:pt x="353215" y="354396"/>
                  <a:pt x="254612" y="354396"/>
                </a:cubicBezTo>
                <a:cubicBezTo>
                  <a:pt x="123977" y="354396"/>
                  <a:pt x="0" y="177203"/>
                  <a:pt x="0" y="177203"/>
                </a:cubicBezTo>
                <a:cubicBezTo>
                  <a:pt x="0" y="177203"/>
                  <a:pt x="123977" y="0"/>
                  <a:pt x="254612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2564" y="2291227"/>
            <a:ext cx="433155" cy="354399"/>
          </a:xfrm>
          <a:custGeom>
            <a:avLst/>
            <a:gdLst/>
            <a:ahLst/>
            <a:cxnLst/>
            <a:rect l="0" t="0" r="0" b="0"/>
            <a:pathLst>
              <a:path w="433155" h="354399">
                <a:moveTo>
                  <a:pt x="254610" y="0"/>
                </a:moveTo>
                <a:cubicBezTo>
                  <a:pt x="353218" y="0"/>
                  <a:pt x="433155" y="79215"/>
                  <a:pt x="433155" y="176935"/>
                </a:cubicBezTo>
                <a:lnTo>
                  <a:pt x="433155" y="177464"/>
                </a:lnTo>
                <a:cubicBezTo>
                  <a:pt x="433155" y="275184"/>
                  <a:pt x="353218" y="354399"/>
                  <a:pt x="254610" y="354399"/>
                </a:cubicBezTo>
                <a:cubicBezTo>
                  <a:pt x="123976" y="354399"/>
                  <a:pt x="0" y="177199"/>
                  <a:pt x="0" y="177199"/>
                </a:cubicBezTo>
                <a:cubicBezTo>
                  <a:pt x="0" y="177199"/>
                  <a:pt x="123976" y="0"/>
                  <a:pt x="254610" y="0"/>
                </a:cubicBezTo>
                <a:close/>
              </a:path>
            </a:pathLst>
          </a:custGeom>
          <a:noFill/>
          <a:ln w="1968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92564" y="2881893"/>
            <a:ext cx="433158" cy="354396"/>
          </a:xfrm>
          <a:custGeom>
            <a:avLst/>
            <a:gdLst/>
            <a:ahLst/>
            <a:cxnLst/>
            <a:rect l="0" t="0" r="0" b="0"/>
            <a:pathLst>
              <a:path w="433158" h="354396">
                <a:moveTo>
                  <a:pt x="254612" y="0"/>
                </a:moveTo>
                <a:cubicBezTo>
                  <a:pt x="353215" y="0"/>
                  <a:pt x="433158" y="79219"/>
                  <a:pt x="433158" y="176936"/>
                </a:cubicBezTo>
                <a:cubicBezTo>
                  <a:pt x="433158" y="275186"/>
                  <a:pt x="353215" y="354396"/>
                  <a:pt x="254612" y="354396"/>
                </a:cubicBezTo>
                <a:cubicBezTo>
                  <a:pt x="123977" y="354396"/>
                  <a:pt x="0" y="177203"/>
                  <a:pt x="0" y="177203"/>
                </a:cubicBezTo>
                <a:cubicBezTo>
                  <a:pt x="0" y="177203"/>
                  <a:pt x="123977" y="0"/>
                  <a:pt x="254612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92564" y="2881893"/>
            <a:ext cx="433155" cy="354399"/>
          </a:xfrm>
          <a:custGeom>
            <a:avLst/>
            <a:gdLst/>
            <a:ahLst/>
            <a:cxnLst/>
            <a:rect l="0" t="0" r="0" b="0"/>
            <a:pathLst>
              <a:path w="433155" h="354399">
                <a:moveTo>
                  <a:pt x="254610" y="0"/>
                </a:moveTo>
                <a:cubicBezTo>
                  <a:pt x="353218" y="0"/>
                  <a:pt x="433155" y="79215"/>
                  <a:pt x="433155" y="176935"/>
                </a:cubicBezTo>
                <a:lnTo>
                  <a:pt x="433155" y="177464"/>
                </a:lnTo>
                <a:cubicBezTo>
                  <a:pt x="433155" y="275184"/>
                  <a:pt x="353218" y="354399"/>
                  <a:pt x="254610" y="354399"/>
                </a:cubicBezTo>
                <a:cubicBezTo>
                  <a:pt x="123976" y="354399"/>
                  <a:pt x="0" y="177199"/>
                  <a:pt x="0" y="177199"/>
                </a:cubicBezTo>
                <a:cubicBezTo>
                  <a:pt x="0" y="177199"/>
                  <a:pt x="123976" y="0"/>
                  <a:pt x="254610" y="0"/>
                </a:cubicBezTo>
                <a:close/>
              </a:path>
            </a:pathLst>
          </a:custGeom>
          <a:noFill/>
          <a:ln w="1968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92564" y="3472560"/>
            <a:ext cx="433158" cy="354396"/>
          </a:xfrm>
          <a:custGeom>
            <a:avLst/>
            <a:gdLst/>
            <a:ahLst/>
            <a:cxnLst/>
            <a:rect l="0" t="0" r="0" b="0"/>
            <a:pathLst>
              <a:path w="433158" h="354396">
                <a:moveTo>
                  <a:pt x="254612" y="0"/>
                </a:moveTo>
                <a:cubicBezTo>
                  <a:pt x="353215" y="0"/>
                  <a:pt x="433158" y="79219"/>
                  <a:pt x="433158" y="176936"/>
                </a:cubicBezTo>
                <a:cubicBezTo>
                  <a:pt x="433158" y="275186"/>
                  <a:pt x="353215" y="354396"/>
                  <a:pt x="254612" y="354396"/>
                </a:cubicBezTo>
                <a:cubicBezTo>
                  <a:pt x="123977" y="354396"/>
                  <a:pt x="0" y="177203"/>
                  <a:pt x="0" y="177203"/>
                </a:cubicBezTo>
                <a:cubicBezTo>
                  <a:pt x="0" y="177203"/>
                  <a:pt x="123977" y="0"/>
                  <a:pt x="254612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92564" y="3472560"/>
            <a:ext cx="433155" cy="354399"/>
          </a:xfrm>
          <a:custGeom>
            <a:avLst/>
            <a:gdLst/>
            <a:ahLst/>
            <a:cxnLst/>
            <a:rect l="0" t="0" r="0" b="0"/>
            <a:pathLst>
              <a:path w="433155" h="354399">
                <a:moveTo>
                  <a:pt x="254610" y="0"/>
                </a:moveTo>
                <a:cubicBezTo>
                  <a:pt x="353218" y="0"/>
                  <a:pt x="433155" y="79215"/>
                  <a:pt x="433155" y="176935"/>
                </a:cubicBezTo>
                <a:lnTo>
                  <a:pt x="433155" y="177464"/>
                </a:lnTo>
                <a:cubicBezTo>
                  <a:pt x="433155" y="275184"/>
                  <a:pt x="353218" y="354399"/>
                  <a:pt x="254610" y="354399"/>
                </a:cubicBezTo>
                <a:cubicBezTo>
                  <a:pt x="123976" y="354399"/>
                  <a:pt x="0" y="177199"/>
                  <a:pt x="0" y="177199"/>
                </a:cubicBezTo>
                <a:cubicBezTo>
                  <a:pt x="0" y="177199"/>
                  <a:pt x="123976" y="0"/>
                  <a:pt x="254610" y="0"/>
                </a:cubicBezTo>
                <a:close/>
              </a:path>
            </a:pathLst>
          </a:custGeom>
          <a:noFill/>
          <a:ln w="1968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92564" y="4063226"/>
            <a:ext cx="433158" cy="354396"/>
          </a:xfrm>
          <a:custGeom>
            <a:avLst/>
            <a:gdLst/>
            <a:ahLst/>
            <a:cxnLst/>
            <a:rect l="0" t="0" r="0" b="0"/>
            <a:pathLst>
              <a:path w="433158" h="354396">
                <a:moveTo>
                  <a:pt x="254612" y="0"/>
                </a:moveTo>
                <a:cubicBezTo>
                  <a:pt x="353215" y="0"/>
                  <a:pt x="433158" y="79219"/>
                  <a:pt x="433158" y="176936"/>
                </a:cubicBezTo>
                <a:cubicBezTo>
                  <a:pt x="433158" y="275186"/>
                  <a:pt x="353215" y="354396"/>
                  <a:pt x="254612" y="354396"/>
                </a:cubicBezTo>
                <a:cubicBezTo>
                  <a:pt x="123977" y="354396"/>
                  <a:pt x="0" y="177203"/>
                  <a:pt x="0" y="177203"/>
                </a:cubicBezTo>
                <a:cubicBezTo>
                  <a:pt x="0" y="177203"/>
                  <a:pt x="123977" y="0"/>
                  <a:pt x="254612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92564" y="4063226"/>
            <a:ext cx="433155" cy="354399"/>
          </a:xfrm>
          <a:custGeom>
            <a:avLst/>
            <a:gdLst/>
            <a:ahLst/>
            <a:cxnLst/>
            <a:rect l="0" t="0" r="0" b="0"/>
            <a:pathLst>
              <a:path w="433155" h="354399">
                <a:moveTo>
                  <a:pt x="254610" y="0"/>
                </a:moveTo>
                <a:cubicBezTo>
                  <a:pt x="353218" y="0"/>
                  <a:pt x="433155" y="79215"/>
                  <a:pt x="433155" y="176935"/>
                </a:cubicBezTo>
                <a:lnTo>
                  <a:pt x="433155" y="177464"/>
                </a:lnTo>
                <a:cubicBezTo>
                  <a:pt x="433155" y="275184"/>
                  <a:pt x="353218" y="354399"/>
                  <a:pt x="254610" y="354399"/>
                </a:cubicBezTo>
                <a:cubicBezTo>
                  <a:pt x="123976" y="354399"/>
                  <a:pt x="0" y="177199"/>
                  <a:pt x="0" y="177199"/>
                </a:cubicBezTo>
                <a:cubicBezTo>
                  <a:pt x="0" y="177199"/>
                  <a:pt x="123976" y="0"/>
                  <a:pt x="254610" y="0"/>
                </a:cubicBezTo>
                <a:close/>
              </a:path>
            </a:pathLst>
          </a:custGeom>
          <a:noFill/>
          <a:ln w="1968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10697" y="4128274"/>
            <a:ext cx="249393" cy="222923"/>
          </a:xfrm>
          <a:custGeom>
            <a:avLst/>
            <a:gdLst/>
            <a:ahLst/>
            <a:cxnLst/>
            <a:rect l="0" t="0" r="0" b="0"/>
            <a:pathLst>
              <a:path w="249393" h="222923">
                <a:moveTo>
                  <a:pt x="140284" y="136759"/>
                </a:moveTo>
                <a:lnTo>
                  <a:pt x="109108" y="136759"/>
                </a:lnTo>
                <a:cubicBezTo>
                  <a:pt x="104803" y="136759"/>
                  <a:pt x="101317" y="140065"/>
                  <a:pt x="101317" y="144141"/>
                </a:cubicBezTo>
                <a:cubicBezTo>
                  <a:pt x="101317" y="148228"/>
                  <a:pt x="104803" y="151533"/>
                  <a:pt x="109108" y="151533"/>
                </a:cubicBezTo>
                <a:lnTo>
                  <a:pt x="140284" y="151533"/>
                </a:lnTo>
                <a:cubicBezTo>
                  <a:pt x="144589" y="151533"/>
                  <a:pt x="148075" y="148228"/>
                  <a:pt x="148075" y="144141"/>
                </a:cubicBezTo>
                <a:cubicBezTo>
                  <a:pt x="148075" y="140065"/>
                  <a:pt x="144589" y="136759"/>
                  <a:pt x="140284" y="136759"/>
                </a:cubicBezTo>
                <a:moveTo>
                  <a:pt x="207825" y="50625"/>
                </a:moveTo>
                <a:cubicBezTo>
                  <a:pt x="202091" y="50625"/>
                  <a:pt x="197434" y="55035"/>
                  <a:pt x="197434" y="60464"/>
                </a:cubicBezTo>
                <a:cubicBezTo>
                  <a:pt x="197434" y="65903"/>
                  <a:pt x="202091" y="70313"/>
                  <a:pt x="207825" y="70313"/>
                </a:cubicBezTo>
                <a:lnTo>
                  <a:pt x="218217" y="70313"/>
                </a:lnTo>
                <a:cubicBezTo>
                  <a:pt x="223961" y="70313"/>
                  <a:pt x="228609" y="65903"/>
                  <a:pt x="228609" y="60464"/>
                </a:cubicBezTo>
                <a:cubicBezTo>
                  <a:pt x="228609" y="55035"/>
                  <a:pt x="223961" y="50625"/>
                  <a:pt x="218217" y="50625"/>
                </a:cubicBezTo>
                <a:lnTo>
                  <a:pt x="207825" y="50625"/>
                </a:lnTo>
                <a:moveTo>
                  <a:pt x="197434" y="30937"/>
                </a:moveTo>
                <a:cubicBezTo>
                  <a:pt x="200196" y="30946"/>
                  <a:pt x="202853" y="29927"/>
                  <a:pt x="204816" y="28079"/>
                </a:cubicBezTo>
                <a:lnTo>
                  <a:pt x="215207" y="18230"/>
                </a:lnTo>
                <a:cubicBezTo>
                  <a:pt x="219398" y="14373"/>
                  <a:pt x="219484" y="8029"/>
                  <a:pt x="215417" y="4057"/>
                </a:cubicBezTo>
                <a:cubicBezTo>
                  <a:pt x="211340" y="85"/>
                  <a:pt x="204635" y="0"/>
                  <a:pt x="200453" y="3867"/>
                </a:cubicBezTo>
                <a:lnTo>
                  <a:pt x="190061" y="13706"/>
                </a:lnTo>
                <a:cubicBezTo>
                  <a:pt x="188090" y="15554"/>
                  <a:pt x="186985" y="18068"/>
                  <a:pt x="186985" y="20697"/>
                </a:cubicBezTo>
                <a:cubicBezTo>
                  <a:pt x="186985" y="23317"/>
                  <a:pt x="188090" y="25841"/>
                  <a:pt x="190061" y="27689"/>
                </a:cubicBezTo>
                <a:cubicBezTo>
                  <a:pt x="191947" y="29670"/>
                  <a:pt x="194614" y="30851"/>
                  <a:pt x="197434" y="30937"/>
                </a:cubicBezTo>
                <a:moveTo>
                  <a:pt x="31175" y="70313"/>
                </a:moveTo>
                <a:lnTo>
                  <a:pt x="41567" y="70313"/>
                </a:lnTo>
                <a:cubicBezTo>
                  <a:pt x="47301" y="70313"/>
                  <a:pt x="51958" y="65903"/>
                  <a:pt x="51958" y="60464"/>
                </a:cubicBezTo>
                <a:cubicBezTo>
                  <a:pt x="51958" y="55035"/>
                  <a:pt x="47301" y="50625"/>
                  <a:pt x="41567" y="50625"/>
                </a:cubicBezTo>
                <a:lnTo>
                  <a:pt x="31175" y="50625"/>
                </a:lnTo>
                <a:cubicBezTo>
                  <a:pt x="25431" y="50625"/>
                  <a:pt x="20783" y="55035"/>
                  <a:pt x="20783" y="60464"/>
                </a:cubicBezTo>
                <a:cubicBezTo>
                  <a:pt x="20783" y="65903"/>
                  <a:pt x="25431" y="70313"/>
                  <a:pt x="31175" y="70313"/>
                </a:cubicBezTo>
                <a:moveTo>
                  <a:pt x="44577" y="28079"/>
                </a:moveTo>
                <a:cubicBezTo>
                  <a:pt x="46529" y="29946"/>
                  <a:pt x="49187" y="30994"/>
                  <a:pt x="51958" y="30994"/>
                </a:cubicBezTo>
                <a:cubicBezTo>
                  <a:pt x="54730" y="30994"/>
                  <a:pt x="57388" y="29946"/>
                  <a:pt x="59331" y="28079"/>
                </a:cubicBezTo>
                <a:cubicBezTo>
                  <a:pt x="61436" y="26222"/>
                  <a:pt x="62626" y="23612"/>
                  <a:pt x="62626" y="20897"/>
                </a:cubicBezTo>
                <a:cubicBezTo>
                  <a:pt x="62626" y="18173"/>
                  <a:pt x="61436" y="15563"/>
                  <a:pt x="59331" y="13706"/>
                </a:cubicBezTo>
                <a:lnTo>
                  <a:pt x="48939" y="3867"/>
                </a:lnTo>
                <a:cubicBezTo>
                  <a:pt x="44757" y="0"/>
                  <a:pt x="38052" y="95"/>
                  <a:pt x="33985" y="4057"/>
                </a:cubicBezTo>
                <a:cubicBezTo>
                  <a:pt x="29908" y="8029"/>
                  <a:pt x="30003" y="14373"/>
                  <a:pt x="34185" y="18230"/>
                </a:cubicBezTo>
                <a:lnTo>
                  <a:pt x="44577" y="28079"/>
                </a:lnTo>
                <a:moveTo>
                  <a:pt x="200453" y="116681"/>
                </a:moveTo>
                <a:cubicBezTo>
                  <a:pt x="202396" y="118548"/>
                  <a:pt x="205054" y="119595"/>
                  <a:pt x="207825" y="119595"/>
                </a:cubicBezTo>
                <a:cubicBezTo>
                  <a:pt x="210597" y="119595"/>
                  <a:pt x="213255" y="118548"/>
                  <a:pt x="215207" y="116681"/>
                </a:cubicBezTo>
                <a:cubicBezTo>
                  <a:pt x="217170" y="114833"/>
                  <a:pt x="218274" y="112318"/>
                  <a:pt x="218274" y="109689"/>
                </a:cubicBezTo>
                <a:cubicBezTo>
                  <a:pt x="218274" y="107061"/>
                  <a:pt x="217170" y="104546"/>
                  <a:pt x="215207" y="102698"/>
                </a:cubicBezTo>
                <a:lnTo>
                  <a:pt x="204816" y="92859"/>
                </a:lnTo>
                <a:cubicBezTo>
                  <a:pt x="200739" y="88992"/>
                  <a:pt x="194129" y="88992"/>
                  <a:pt x="190061" y="92859"/>
                </a:cubicBezTo>
                <a:cubicBezTo>
                  <a:pt x="185985" y="96716"/>
                  <a:pt x="185985" y="102974"/>
                  <a:pt x="190061" y="106832"/>
                </a:cubicBezTo>
                <a:lnTo>
                  <a:pt x="200453" y="116681"/>
                </a:lnTo>
                <a:moveTo>
                  <a:pt x="44577" y="92459"/>
                </a:moveTo>
                <a:lnTo>
                  <a:pt x="34185" y="102308"/>
                </a:lnTo>
                <a:cubicBezTo>
                  <a:pt x="32223" y="104155"/>
                  <a:pt x="31118" y="106670"/>
                  <a:pt x="31118" y="109299"/>
                </a:cubicBezTo>
                <a:cubicBezTo>
                  <a:pt x="31118" y="111918"/>
                  <a:pt x="32223" y="114433"/>
                  <a:pt x="34185" y="116290"/>
                </a:cubicBezTo>
                <a:cubicBezTo>
                  <a:pt x="36137" y="118148"/>
                  <a:pt x="38795" y="119195"/>
                  <a:pt x="41567" y="119195"/>
                </a:cubicBezTo>
                <a:cubicBezTo>
                  <a:pt x="44338" y="119195"/>
                  <a:pt x="46996" y="118148"/>
                  <a:pt x="48939" y="116290"/>
                </a:cubicBezTo>
                <a:lnTo>
                  <a:pt x="59331" y="106441"/>
                </a:lnTo>
                <a:cubicBezTo>
                  <a:pt x="63407" y="102584"/>
                  <a:pt x="63407" y="96326"/>
                  <a:pt x="59331" y="92459"/>
                </a:cubicBezTo>
                <a:cubicBezTo>
                  <a:pt x="55264" y="88601"/>
                  <a:pt x="48653" y="88601"/>
                  <a:pt x="44577" y="92459"/>
                </a:cubicBezTo>
                <a:moveTo>
                  <a:pt x="181851" y="60464"/>
                </a:moveTo>
                <a:cubicBezTo>
                  <a:pt x="181956" y="33994"/>
                  <a:pt x="161839" y="11334"/>
                  <a:pt x="134292" y="6886"/>
                </a:cubicBezTo>
                <a:cubicBezTo>
                  <a:pt x="106746" y="2447"/>
                  <a:pt x="79848" y="17526"/>
                  <a:pt x="70694" y="42538"/>
                </a:cubicBezTo>
                <a:cubicBezTo>
                  <a:pt x="61541" y="67551"/>
                  <a:pt x="72828" y="95164"/>
                  <a:pt x="97364" y="107822"/>
                </a:cubicBezTo>
                <a:cubicBezTo>
                  <a:pt x="98202" y="108251"/>
                  <a:pt x="98717" y="109080"/>
                  <a:pt x="98717" y="109985"/>
                </a:cubicBezTo>
                <a:lnTo>
                  <a:pt x="98717" y="114614"/>
                </a:lnTo>
                <a:cubicBezTo>
                  <a:pt x="98717" y="120053"/>
                  <a:pt x="103374" y="124453"/>
                  <a:pt x="109108" y="124453"/>
                </a:cubicBezTo>
                <a:lnTo>
                  <a:pt x="140284" y="124453"/>
                </a:lnTo>
                <a:cubicBezTo>
                  <a:pt x="146018" y="124453"/>
                  <a:pt x="150675" y="120053"/>
                  <a:pt x="150675" y="114614"/>
                </a:cubicBezTo>
                <a:lnTo>
                  <a:pt x="150675" y="109985"/>
                </a:lnTo>
                <a:cubicBezTo>
                  <a:pt x="150675" y="109080"/>
                  <a:pt x="151190" y="108251"/>
                  <a:pt x="152028" y="107822"/>
                </a:cubicBezTo>
                <a:cubicBezTo>
                  <a:pt x="170373" y="98402"/>
                  <a:pt x="181813" y="80238"/>
                  <a:pt x="181851" y="60464"/>
                </a:cubicBezTo>
                <a:moveTo>
                  <a:pt x="83134" y="163344"/>
                </a:moveTo>
                <a:cubicBezTo>
                  <a:pt x="82924" y="161810"/>
                  <a:pt x="82010" y="160439"/>
                  <a:pt x="80638" y="159600"/>
                </a:cubicBezTo>
                <a:cubicBezTo>
                  <a:pt x="79162" y="158915"/>
                  <a:pt x="77438" y="158915"/>
                  <a:pt x="75961" y="159600"/>
                </a:cubicBezTo>
                <a:lnTo>
                  <a:pt x="30346" y="176536"/>
                </a:lnTo>
                <a:cubicBezTo>
                  <a:pt x="12106" y="183013"/>
                  <a:pt x="19" y="199529"/>
                  <a:pt x="0" y="217979"/>
                </a:cubicBezTo>
                <a:cubicBezTo>
                  <a:pt x="0" y="220694"/>
                  <a:pt x="2324" y="222904"/>
                  <a:pt x="5191" y="222904"/>
                </a:cubicBezTo>
                <a:lnTo>
                  <a:pt x="83134" y="222904"/>
                </a:lnTo>
                <a:cubicBezTo>
                  <a:pt x="84581" y="222885"/>
                  <a:pt x="85972" y="222323"/>
                  <a:pt x="86972" y="221322"/>
                </a:cubicBezTo>
                <a:cubicBezTo>
                  <a:pt x="87925" y="220256"/>
                  <a:pt x="88401" y="218884"/>
                  <a:pt x="88325" y="217484"/>
                </a:cubicBezTo>
                <a:lnTo>
                  <a:pt x="83134" y="163344"/>
                </a:lnTo>
                <a:moveTo>
                  <a:pt x="219151" y="176536"/>
                </a:moveTo>
                <a:lnTo>
                  <a:pt x="173431" y="159305"/>
                </a:lnTo>
                <a:cubicBezTo>
                  <a:pt x="171954" y="158619"/>
                  <a:pt x="170230" y="158619"/>
                  <a:pt x="168754" y="159305"/>
                </a:cubicBezTo>
                <a:cubicBezTo>
                  <a:pt x="167382" y="160143"/>
                  <a:pt x="166468" y="161515"/>
                  <a:pt x="166258" y="163048"/>
                </a:cubicBezTo>
                <a:lnTo>
                  <a:pt x="161067" y="217189"/>
                </a:lnTo>
                <a:cubicBezTo>
                  <a:pt x="160982" y="218589"/>
                  <a:pt x="161467" y="219960"/>
                  <a:pt x="162420" y="221027"/>
                </a:cubicBezTo>
                <a:cubicBezTo>
                  <a:pt x="163420" y="222027"/>
                  <a:pt x="164811" y="222589"/>
                  <a:pt x="166258" y="222608"/>
                </a:cubicBezTo>
                <a:lnTo>
                  <a:pt x="244192" y="222608"/>
                </a:lnTo>
                <a:cubicBezTo>
                  <a:pt x="247068" y="222608"/>
                  <a:pt x="249393" y="220398"/>
                  <a:pt x="249393" y="217684"/>
                </a:cubicBezTo>
                <a:cubicBezTo>
                  <a:pt x="249173" y="199386"/>
                  <a:pt x="237191" y="183080"/>
                  <a:pt x="219151" y="176536"/>
                </a:cubicBezTo>
                <a:moveTo>
                  <a:pt x="129473" y="179193"/>
                </a:moveTo>
                <a:cubicBezTo>
                  <a:pt x="128597" y="177450"/>
                  <a:pt x="126739" y="176336"/>
                  <a:pt x="124691" y="176336"/>
                </a:cubicBezTo>
                <a:cubicBezTo>
                  <a:pt x="122653" y="176336"/>
                  <a:pt x="120796" y="177450"/>
                  <a:pt x="119919" y="179193"/>
                </a:cubicBezTo>
                <a:lnTo>
                  <a:pt x="103917" y="216112"/>
                </a:lnTo>
                <a:cubicBezTo>
                  <a:pt x="103193" y="217627"/>
                  <a:pt x="103393" y="219389"/>
                  <a:pt x="104432" y="220732"/>
                </a:cubicBezTo>
                <a:cubicBezTo>
                  <a:pt x="105365" y="222103"/>
                  <a:pt x="106975" y="222923"/>
                  <a:pt x="108689" y="222904"/>
                </a:cubicBezTo>
                <a:lnTo>
                  <a:pt x="139865" y="222904"/>
                </a:lnTo>
                <a:cubicBezTo>
                  <a:pt x="141589" y="222923"/>
                  <a:pt x="143198" y="222103"/>
                  <a:pt x="144132" y="220732"/>
                </a:cubicBezTo>
                <a:cubicBezTo>
                  <a:pt x="145170" y="219389"/>
                  <a:pt x="145361" y="217627"/>
                  <a:pt x="144646" y="216112"/>
                </a:cubicBezTo>
                <a:lnTo>
                  <a:pt x="129473" y="179193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10706" y="3531626"/>
            <a:ext cx="249383" cy="236267"/>
          </a:xfrm>
          <a:custGeom>
            <a:avLst/>
            <a:gdLst/>
            <a:ahLst/>
            <a:cxnLst/>
            <a:rect l="0" t="0" r="0" b="0"/>
            <a:pathLst>
              <a:path w="249383" h="236267">
                <a:moveTo>
                  <a:pt x="85715" y="0"/>
                </a:moveTo>
                <a:cubicBezTo>
                  <a:pt x="91459" y="0"/>
                  <a:pt x="96107" y="4410"/>
                  <a:pt x="96107" y="9848"/>
                </a:cubicBezTo>
                <a:lnTo>
                  <a:pt x="96107" y="97440"/>
                </a:lnTo>
                <a:cubicBezTo>
                  <a:pt x="96107" y="102879"/>
                  <a:pt x="91459" y="107280"/>
                  <a:pt x="85715" y="107280"/>
                </a:cubicBezTo>
                <a:cubicBezTo>
                  <a:pt x="79981" y="107280"/>
                  <a:pt x="75323" y="102879"/>
                  <a:pt x="75323" y="97440"/>
                </a:cubicBezTo>
                <a:lnTo>
                  <a:pt x="75323" y="9848"/>
                </a:lnTo>
                <a:cubicBezTo>
                  <a:pt x="75323" y="4410"/>
                  <a:pt x="79981" y="0"/>
                  <a:pt x="85715" y="0"/>
                </a:cubicBezTo>
                <a:moveTo>
                  <a:pt x="44157" y="58940"/>
                </a:moveTo>
                <a:cubicBezTo>
                  <a:pt x="44157" y="53501"/>
                  <a:pt x="39500" y="49091"/>
                  <a:pt x="33766" y="49091"/>
                </a:cubicBezTo>
                <a:cubicBezTo>
                  <a:pt x="28022" y="49091"/>
                  <a:pt x="23374" y="53501"/>
                  <a:pt x="23374" y="58940"/>
                </a:cubicBezTo>
                <a:lnTo>
                  <a:pt x="23374" y="139684"/>
                </a:lnTo>
                <a:cubicBezTo>
                  <a:pt x="23374" y="145122"/>
                  <a:pt x="28022" y="149523"/>
                  <a:pt x="33766" y="149523"/>
                </a:cubicBezTo>
                <a:cubicBezTo>
                  <a:pt x="39500" y="149523"/>
                  <a:pt x="44157" y="145122"/>
                  <a:pt x="44157" y="139684"/>
                </a:cubicBezTo>
                <a:lnTo>
                  <a:pt x="44157" y="58940"/>
                </a:lnTo>
                <a:moveTo>
                  <a:pt x="236267" y="116147"/>
                </a:moveTo>
                <a:lnTo>
                  <a:pt x="218646" y="100564"/>
                </a:lnTo>
                <a:lnTo>
                  <a:pt x="200025" y="115404"/>
                </a:lnTo>
                <a:lnTo>
                  <a:pt x="200025" y="226418"/>
                </a:lnTo>
                <a:cubicBezTo>
                  <a:pt x="200025" y="231857"/>
                  <a:pt x="195367" y="236267"/>
                  <a:pt x="189633" y="236267"/>
                </a:cubicBezTo>
                <a:cubicBezTo>
                  <a:pt x="183889" y="236267"/>
                  <a:pt x="179241" y="231857"/>
                  <a:pt x="179241" y="226418"/>
                </a:cubicBezTo>
                <a:lnTo>
                  <a:pt x="179241" y="131978"/>
                </a:lnTo>
                <a:lnTo>
                  <a:pt x="148066" y="156829"/>
                </a:lnTo>
                <a:lnTo>
                  <a:pt x="148066" y="197548"/>
                </a:lnTo>
                <a:cubicBezTo>
                  <a:pt x="148066" y="202987"/>
                  <a:pt x="143417" y="207397"/>
                  <a:pt x="137674" y="207397"/>
                </a:cubicBezTo>
                <a:cubicBezTo>
                  <a:pt x="131940" y="207397"/>
                  <a:pt x="127282" y="202987"/>
                  <a:pt x="127282" y="197548"/>
                </a:cubicBezTo>
                <a:lnTo>
                  <a:pt x="127282" y="157857"/>
                </a:lnTo>
                <a:lnTo>
                  <a:pt x="106118" y="134216"/>
                </a:lnTo>
                <a:lnTo>
                  <a:pt x="96107" y="141722"/>
                </a:lnTo>
                <a:lnTo>
                  <a:pt x="96107" y="185994"/>
                </a:lnTo>
                <a:cubicBezTo>
                  <a:pt x="96107" y="191423"/>
                  <a:pt x="91459" y="195834"/>
                  <a:pt x="85715" y="195834"/>
                </a:cubicBezTo>
                <a:cubicBezTo>
                  <a:pt x="79981" y="195834"/>
                  <a:pt x="75323" y="191423"/>
                  <a:pt x="75323" y="185994"/>
                </a:cubicBezTo>
                <a:lnTo>
                  <a:pt x="75323" y="157314"/>
                </a:lnTo>
                <a:lnTo>
                  <a:pt x="44157" y="180698"/>
                </a:lnTo>
                <a:lnTo>
                  <a:pt x="44157" y="222570"/>
                </a:lnTo>
                <a:cubicBezTo>
                  <a:pt x="44157" y="228009"/>
                  <a:pt x="39500" y="232419"/>
                  <a:pt x="33766" y="232419"/>
                </a:cubicBezTo>
                <a:cubicBezTo>
                  <a:pt x="28022" y="232419"/>
                  <a:pt x="23374" y="228009"/>
                  <a:pt x="23374" y="222570"/>
                </a:cubicBezTo>
                <a:lnTo>
                  <a:pt x="23374" y="196281"/>
                </a:lnTo>
                <a:lnTo>
                  <a:pt x="17964" y="200329"/>
                </a:lnTo>
                <a:cubicBezTo>
                  <a:pt x="13458" y="203587"/>
                  <a:pt x="7038" y="202825"/>
                  <a:pt x="3514" y="198615"/>
                </a:cubicBezTo>
                <a:cubicBezTo>
                  <a:pt x="0" y="194405"/>
                  <a:pt x="695" y="188309"/>
                  <a:pt x="5067" y="184899"/>
                </a:cubicBezTo>
                <a:lnTo>
                  <a:pt x="78000" y="130206"/>
                </a:lnTo>
                <a:cubicBezTo>
                  <a:pt x="78781" y="129378"/>
                  <a:pt x="79705" y="128673"/>
                  <a:pt x="80733" y="128139"/>
                </a:cubicBezTo>
                <a:lnTo>
                  <a:pt x="101098" y="112880"/>
                </a:lnTo>
                <a:cubicBezTo>
                  <a:pt x="105489" y="109585"/>
                  <a:pt x="111842" y="110175"/>
                  <a:pt x="115471" y="114223"/>
                </a:cubicBezTo>
                <a:lnTo>
                  <a:pt x="137864" y="139226"/>
                </a:lnTo>
                <a:lnTo>
                  <a:pt x="203339" y="87029"/>
                </a:lnTo>
                <a:lnTo>
                  <a:pt x="189518" y="74799"/>
                </a:lnTo>
                <a:cubicBezTo>
                  <a:pt x="187185" y="72732"/>
                  <a:pt x="186413" y="69513"/>
                  <a:pt x="187585" y="66694"/>
                </a:cubicBezTo>
                <a:cubicBezTo>
                  <a:pt x="188756" y="63874"/>
                  <a:pt x="191633" y="62026"/>
                  <a:pt x="194824" y="62017"/>
                </a:cubicBezTo>
                <a:lnTo>
                  <a:pt x="241592" y="62017"/>
                </a:lnTo>
                <a:cubicBezTo>
                  <a:pt x="245897" y="62017"/>
                  <a:pt x="249383" y="65322"/>
                  <a:pt x="249383" y="69399"/>
                </a:cubicBezTo>
                <a:lnTo>
                  <a:pt x="249383" y="110747"/>
                </a:lnTo>
                <a:cubicBezTo>
                  <a:pt x="249383" y="113690"/>
                  <a:pt x="247545" y="116347"/>
                  <a:pt x="244697" y="117519"/>
                </a:cubicBezTo>
                <a:cubicBezTo>
                  <a:pt x="241849" y="118691"/>
                  <a:pt x="238534" y="118148"/>
                  <a:pt x="236267" y="116147"/>
                </a:cubicBezTo>
                <a:moveTo>
                  <a:pt x="148066" y="39681"/>
                </a:moveTo>
                <a:cubicBezTo>
                  <a:pt x="148066" y="34242"/>
                  <a:pt x="143417" y="29841"/>
                  <a:pt x="137674" y="29841"/>
                </a:cubicBezTo>
                <a:cubicBezTo>
                  <a:pt x="131940" y="29841"/>
                  <a:pt x="127282" y="34242"/>
                  <a:pt x="127282" y="39681"/>
                </a:cubicBezTo>
                <a:lnTo>
                  <a:pt x="127282" y="101288"/>
                </a:lnTo>
                <a:cubicBezTo>
                  <a:pt x="127282" y="106727"/>
                  <a:pt x="131940" y="111137"/>
                  <a:pt x="137674" y="111137"/>
                </a:cubicBezTo>
                <a:cubicBezTo>
                  <a:pt x="143417" y="111137"/>
                  <a:pt x="148066" y="106727"/>
                  <a:pt x="148066" y="101288"/>
                </a:cubicBezTo>
                <a:lnTo>
                  <a:pt x="148066" y="39671"/>
                </a:lnTo>
                <a:moveTo>
                  <a:pt x="189633" y="0"/>
                </a:moveTo>
                <a:cubicBezTo>
                  <a:pt x="195367" y="0"/>
                  <a:pt x="200025" y="4410"/>
                  <a:pt x="200025" y="9848"/>
                </a:cubicBezTo>
                <a:lnTo>
                  <a:pt x="200025" y="39681"/>
                </a:lnTo>
                <a:cubicBezTo>
                  <a:pt x="200025" y="45119"/>
                  <a:pt x="195367" y="49529"/>
                  <a:pt x="189633" y="49529"/>
                </a:cubicBezTo>
                <a:cubicBezTo>
                  <a:pt x="183889" y="49529"/>
                  <a:pt x="179241" y="45119"/>
                  <a:pt x="179241" y="39681"/>
                </a:cubicBezTo>
                <a:lnTo>
                  <a:pt x="179241" y="9848"/>
                </a:lnTo>
                <a:cubicBezTo>
                  <a:pt x="179241" y="4410"/>
                  <a:pt x="183889" y="0"/>
                  <a:pt x="189633" y="0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10697" y="1720248"/>
            <a:ext cx="249393" cy="236458"/>
          </a:xfrm>
          <a:custGeom>
            <a:avLst/>
            <a:gdLst/>
            <a:ahLst/>
            <a:cxnLst/>
            <a:rect l="0" t="0" r="0" b="0"/>
            <a:pathLst>
              <a:path w="249393" h="236458">
                <a:moveTo>
                  <a:pt x="149113" y="203587"/>
                </a:moveTo>
                <a:cubicBezTo>
                  <a:pt x="148199" y="202558"/>
                  <a:pt x="146894" y="201920"/>
                  <a:pt x="145475" y="201815"/>
                </a:cubicBezTo>
                <a:lnTo>
                  <a:pt x="103917" y="201815"/>
                </a:lnTo>
                <a:cubicBezTo>
                  <a:pt x="102393" y="201863"/>
                  <a:pt x="100965" y="202501"/>
                  <a:pt x="99964" y="203587"/>
                </a:cubicBezTo>
                <a:lnTo>
                  <a:pt x="78143" y="228485"/>
                </a:lnTo>
                <a:cubicBezTo>
                  <a:pt x="77104" y="230057"/>
                  <a:pt x="77104" y="232038"/>
                  <a:pt x="78143" y="233610"/>
                </a:cubicBezTo>
                <a:cubicBezTo>
                  <a:pt x="79047" y="235400"/>
                  <a:pt x="81048" y="236458"/>
                  <a:pt x="83134" y="236267"/>
                </a:cubicBezTo>
                <a:lnTo>
                  <a:pt x="166258" y="236267"/>
                </a:lnTo>
                <a:cubicBezTo>
                  <a:pt x="168182" y="236210"/>
                  <a:pt x="169916" y="235172"/>
                  <a:pt x="170802" y="233562"/>
                </a:cubicBezTo>
                <a:cubicBezTo>
                  <a:pt x="171678" y="231943"/>
                  <a:pt x="171573" y="230009"/>
                  <a:pt x="170526" y="228485"/>
                </a:cubicBezTo>
                <a:lnTo>
                  <a:pt x="149113" y="203587"/>
                </a:lnTo>
                <a:moveTo>
                  <a:pt x="233800" y="0"/>
                </a:moveTo>
                <a:lnTo>
                  <a:pt x="15582" y="0"/>
                </a:lnTo>
                <a:cubicBezTo>
                  <a:pt x="6981" y="0"/>
                  <a:pt x="0" y="6610"/>
                  <a:pt x="0" y="14763"/>
                </a:cubicBezTo>
                <a:lnTo>
                  <a:pt x="0" y="172278"/>
                </a:lnTo>
                <a:cubicBezTo>
                  <a:pt x="0" y="180432"/>
                  <a:pt x="6981" y="187042"/>
                  <a:pt x="15582" y="187042"/>
                </a:cubicBezTo>
                <a:lnTo>
                  <a:pt x="233800" y="187042"/>
                </a:lnTo>
                <a:cubicBezTo>
                  <a:pt x="242411" y="187042"/>
                  <a:pt x="249393" y="180432"/>
                  <a:pt x="249393" y="172278"/>
                </a:cubicBezTo>
                <a:lnTo>
                  <a:pt x="249393" y="14763"/>
                </a:lnTo>
                <a:cubicBezTo>
                  <a:pt x="249393" y="6610"/>
                  <a:pt x="242411" y="0"/>
                  <a:pt x="233800" y="0"/>
                </a:cubicBezTo>
                <a:moveTo>
                  <a:pt x="228609" y="142741"/>
                </a:moveTo>
                <a:cubicBezTo>
                  <a:pt x="228609" y="145465"/>
                  <a:pt x="226285" y="147666"/>
                  <a:pt x="223418" y="147666"/>
                </a:cubicBezTo>
                <a:lnTo>
                  <a:pt x="25974" y="147666"/>
                </a:lnTo>
                <a:cubicBezTo>
                  <a:pt x="23107" y="147666"/>
                  <a:pt x="20783" y="145465"/>
                  <a:pt x="20783" y="142741"/>
                </a:cubicBezTo>
                <a:lnTo>
                  <a:pt x="20783" y="24612"/>
                </a:lnTo>
                <a:cubicBezTo>
                  <a:pt x="20783" y="21888"/>
                  <a:pt x="23107" y="19688"/>
                  <a:pt x="25974" y="19688"/>
                </a:cubicBezTo>
                <a:lnTo>
                  <a:pt x="223418" y="19688"/>
                </a:lnTo>
                <a:cubicBezTo>
                  <a:pt x="226285" y="19688"/>
                  <a:pt x="228609" y="21888"/>
                  <a:pt x="228609" y="24612"/>
                </a:cubicBezTo>
                <a:lnTo>
                  <a:pt x="228609" y="142741"/>
                </a:lnTo>
                <a:moveTo>
                  <a:pt x="103917" y="102774"/>
                </a:moveTo>
                <a:cubicBezTo>
                  <a:pt x="104317" y="102431"/>
                  <a:pt x="104660" y="102031"/>
                  <a:pt x="104955" y="101593"/>
                </a:cubicBezTo>
                <a:lnTo>
                  <a:pt x="132902" y="64874"/>
                </a:lnTo>
                <a:cubicBezTo>
                  <a:pt x="134540" y="62760"/>
                  <a:pt x="135216" y="60121"/>
                  <a:pt x="134788" y="57530"/>
                </a:cubicBezTo>
                <a:cubicBezTo>
                  <a:pt x="134359" y="54949"/>
                  <a:pt x="132854" y="52625"/>
                  <a:pt x="130616" y="51092"/>
                </a:cubicBezTo>
                <a:cubicBezTo>
                  <a:pt x="128377" y="49558"/>
                  <a:pt x="125577" y="48929"/>
                  <a:pt x="122843" y="49358"/>
                </a:cubicBezTo>
                <a:cubicBezTo>
                  <a:pt x="120119" y="49777"/>
                  <a:pt x="117681" y="51225"/>
                  <a:pt x="116071" y="53359"/>
                </a:cubicBezTo>
                <a:lnTo>
                  <a:pt x="95288" y="80924"/>
                </a:lnTo>
                <a:cubicBezTo>
                  <a:pt x="94478" y="81914"/>
                  <a:pt x="93030" y="82210"/>
                  <a:pt x="91859" y="81610"/>
                </a:cubicBezTo>
                <a:lnTo>
                  <a:pt x="76171" y="72656"/>
                </a:lnTo>
                <a:cubicBezTo>
                  <a:pt x="71513" y="70008"/>
                  <a:pt x="65484" y="71208"/>
                  <a:pt x="62350" y="75409"/>
                </a:cubicBezTo>
                <a:lnTo>
                  <a:pt x="38242" y="107499"/>
                </a:lnTo>
                <a:cubicBezTo>
                  <a:pt x="34909" y="111956"/>
                  <a:pt x="36023" y="118129"/>
                  <a:pt x="40738" y="121281"/>
                </a:cubicBezTo>
                <a:cubicBezTo>
                  <a:pt x="45443" y="124434"/>
                  <a:pt x="51949" y="123377"/>
                  <a:pt x="55283" y="118919"/>
                </a:cubicBezTo>
                <a:lnTo>
                  <a:pt x="72742" y="96078"/>
                </a:lnTo>
                <a:cubicBezTo>
                  <a:pt x="73494" y="95002"/>
                  <a:pt x="75018" y="94697"/>
                  <a:pt x="76171" y="95392"/>
                </a:cubicBezTo>
                <a:lnTo>
                  <a:pt x="91859" y="104251"/>
                </a:lnTo>
                <a:cubicBezTo>
                  <a:pt x="95792" y="106270"/>
                  <a:pt x="100650" y="105670"/>
                  <a:pt x="103917" y="102774"/>
                </a:cubicBezTo>
                <a:moveTo>
                  <a:pt x="155867" y="39376"/>
                </a:moveTo>
                <a:cubicBezTo>
                  <a:pt x="150675" y="39376"/>
                  <a:pt x="150675" y="44300"/>
                  <a:pt x="150675" y="44300"/>
                </a:cubicBezTo>
                <a:lnTo>
                  <a:pt x="150675" y="113214"/>
                </a:lnTo>
                <a:cubicBezTo>
                  <a:pt x="150675" y="118129"/>
                  <a:pt x="155867" y="118129"/>
                  <a:pt x="155867" y="118129"/>
                </a:cubicBezTo>
                <a:lnTo>
                  <a:pt x="166258" y="118129"/>
                </a:lnTo>
                <a:cubicBezTo>
                  <a:pt x="171459" y="118129"/>
                  <a:pt x="171459" y="113214"/>
                  <a:pt x="171459" y="113214"/>
                </a:cubicBezTo>
                <a:lnTo>
                  <a:pt x="171459" y="44300"/>
                </a:lnTo>
                <a:cubicBezTo>
                  <a:pt x="171459" y="39376"/>
                  <a:pt x="166258" y="39376"/>
                  <a:pt x="166258" y="39376"/>
                </a:cubicBezTo>
                <a:lnTo>
                  <a:pt x="155867" y="39376"/>
                </a:lnTo>
                <a:moveTo>
                  <a:pt x="192243" y="59064"/>
                </a:moveTo>
                <a:cubicBezTo>
                  <a:pt x="187042" y="59064"/>
                  <a:pt x="187042" y="63988"/>
                  <a:pt x="187042" y="63988"/>
                </a:cubicBezTo>
                <a:lnTo>
                  <a:pt x="187042" y="113214"/>
                </a:lnTo>
                <a:cubicBezTo>
                  <a:pt x="187042" y="118129"/>
                  <a:pt x="192243" y="118129"/>
                  <a:pt x="192243" y="118129"/>
                </a:cubicBezTo>
                <a:lnTo>
                  <a:pt x="202634" y="118129"/>
                </a:lnTo>
                <a:cubicBezTo>
                  <a:pt x="207825" y="118129"/>
                  <a:pt x="207825" y="113214"/>
                  <a:pt x="207825" y="113214"/>
                </a:cubicBezTo>
                <a:lnTo>
                  <a:pt x="207825" y="63988"/>
                </a:lnTo>
                <a:cubicBezTo>
                  <a:pt x="207825" y="59064"/>
                  <a:pt x="202634" y="59064"/>
                  <a:pt x="202634" y="59064"/>
                </a:cubicBezTo>
                <a:lnTo>
                  <a:pt x="192243" y="59064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0697" y="2350293"/>
            <a:ext cx="249393" cy="236267"/>
          </a:xfrm>
          <a:custGeom>
            <a:avLst/>
            <a:gdLst/>
            <a:ahLst/>
            <a:cxnLst/>
            <a:rect l="0" t="0" r="0" b="0"/>
            <a:pathLst>
              <a:path w="249393" h="236267">
                <a:moveTo>
                  <a:pt x="63598" y="175621"/>
                </a:moveTo>
                <a:lnTo>
                  <a:pt x="42814" y="175621"/>
                </a:lnTo>
                <a:cubicBezTo>
                  <a:pt x="38938" y="176050"/>
                  <a:pt x="36014" y="179165"/>
                  <a:pt x="36014" y="182860"/>
                </a:cubicBezTo>
                <a:cubicBezTo>
                  <a:pt x="36014" y="186556"/>
                  <a:pt x="38938" y="189671"/>
                  <a:pt x="42814" y="190099"/>
                </a:cubicBezTo>
                <a:lnTo>
                  <a:pt x="63598" y="190099"/>
                </a:lnTo>
                <a:cubicBezTo>
                  <a:pt x="66532" y="190423"/>
                  <a:pt x="69418" y="189118"/>
                  <a:pt x="70989" y="186747"/>
                </a:cubicBezTo>
                <a:cubicBezTo>
                  <a:pt x="72570" y="184375"/>
                  <a:pt x="72570" y="181346"/>
                  <a:pt x="70989" y="178974"/>
                </a:cubicBezTo>
                <a:cubicBezTo>
                  <a:pt x="69418" y="176603"/>
                  <a:pt x="66532" y="175298"/>
                  <a:pt x="63598" y="175621"/>
                </a:cubicBezTo>
                <a:moveTo>
                  <a:pt x="75647" y="147666"/>
                </a:moveTo>
                <a:lnTo>
                  <a:pt x="57988" y="137826"/>
                </a:lnTo>
                <a:cubicBezTo>
                  <a:pt x="54340" y="135836"/>
                  <a:pt x="49682" y="137026"/>
                  <a:pt x="47596" y="140484"/>
                </a:cubicBezTo>
                <a:cubicBezTo>
                  <a:pt x="45500" y="143932"/>
                  <a:pt x="46758" y="148342"/>
                  <a:pt x="50396" y="150323"/>
                </a:cubicBezTo>
                <a:lnTo>
                  <a:pt x="67960" y="160172"/>
                </a:lnTo>
                <a:cubicBezTo>
                  <a:pt x="69122" y="160820"/>
                  <a:pt x="70446" y="161163"/>
                  <a:pt x="71799" y="161153"/>
                </a:cubicBezTo>
                <a:cubicBezTo>
                  <a:pt x="74552" y="161153"/>
                  <a:pt x="77085" y="159762"/>
                  <a:pt x="78457" y="157514"/>
                </a:cubicBezTo>
                <a:cubicBezTo>
                  <a:pt x="79467" y="155857"/>
                  <a:pt x="79743" y="153885"/>
                  <a:pt x="79209" y="152038"/>
                </a:cubicBezTo>
                <a:cubicBezTo>
                  <a:pt x="78686" y="150190"/>
                  <a:pt x="77400" y="148618"/>
                  <a:pt x="75647" y="147666"/>
                </a:cubicBezTo>
                <a:moveTo>
                  <a:pt x="90611" y="112423"/>
                </a:moveTo>
                <a:cubicBezTo>
                  <a:pt x="88487" y="109004"/>
                  <a:pt x="83867" y="107822"/>
                  <a:pt x="80219" y="109766"/>
                </a:cubicBezTo>
                <a:cubicBezTo>
                  <a:pt x="78457" y="110709"/>
                  <a:pt x="77181" y="112290"/>
                  <a:pt x="76676" y="114147"/>
                </a:cubicBezTo>
                <a:cubicBezTo>
                  <a:pt x="76161" y="116004"/>
                  <a:pt x="76466" y="117976"/>
                  <a:pt x="77523" y="119605"/>
                </a:cubicBezTo>
                <a:lnTo>
                  <a:pt x="87906" y="136340"/>
                </a:lnTo>
                <a:cubicBezTo>
                  <a:pt x="89268" y="138569"/>
                  <a:pt x="91754" y="139950"/>
                  <a:pt x="94459" y="139988"/>
                </a:cubicBezTo>
                <a:cubicBezTo>
                  <a:pt x="95802" y="139950"/>
                  <a:pt x="97116" y="139617"/>
                  <a:pt x="98297" y="139007"/>
                </a:cubicBezTo>
                <a:cubicBezTo>
                  <a:pt x="101860" y="136959"/>
                  <a:pt x="103098" y="132626"/>
                  <a:pt x="101107" y="129159"/>
                </a:cubicBezTo>
                <a:lnTo>
                  <a:pt x="90611" y="112423"/>
                </a:lnTo>
                <a:moveTo>
                  <a:pt x="124691" y="132206"/>
                </a:moveTo>
                <a:cubicBezTo>
                  <a:pt x="126730" y="132206"/>
                  <a:pt x="128673" y="131445"/>
                  <a:pt x="130092" y="130073"/>
                </a:cubicBezTo>
                <a:cubicBezTo>
                  <a:pt x="131521" y="128701"/>
                  <a:pt x="132311" y="126844"/>
                  <a:pt x="132283" y="124929"/>
                </a:cubicBezTo>
                <a:lnTo>
                  <a:pt x="132283" y="105241"/>
                </a:lnTo>
                <a:cubicBezTo>
                  <a:pt x="132283" y="101269"/>
                  <a:pt x="128882" y="98050"/>
                  <a:pt x="124691" y="98050"/>
                </a:cubicBezTo>
                <a:cubicBezTo>
                  <a:pt x="120510" y="98050"/>
                  <a:pt x="117109" y="101269"/>
                  <a:pt x="117109" y="105241"/>
                </a:cubicBezTo>
                <a:lnTo>
                  <a:pt x="117109" y="124929"/>
                </a:lnTo>
                <a:cubicBezTo>
                  <a:pt x="117081" y="126844"/>
                  <a:pt x="117871" y="128701"/>
                  <a:pt x="119291" y="130073"/>
                </a:cubicBezTo>
                <a:cubicBezTo>
                  <a:pt x="120719" y="131445"/>
                  <a:pt x="122662" y="132206"/>
                  <a:pt x="124691" y="132206"/>
                </a:cubicBezTo>
                <a:moveTo>
                  <a:pt x="199101" y="150523"/>
                </a:moveTo>
                <a:cubicBezTo>
                  <a:pt x="202796" y="148513"/>
                  <a:pt x="204082" y="144037"/>
                  <a:pt x="201958" y="140531"/>
                </a:cubicBezTo>
                <a:cubicBezTo>
                  <a:pt x="199834" y="137026"/>
                  <a:pt x="195110" y="135807"/>
                  <a:pt x="191404" y="137826"/>
                </a:cubicBezTo>
                <a:lnTo>
                  <a:pt x="173850" y="147666"/>
                </a:lnTo>
                <a:cubicBezTo>
                  <a:pt x="170859" y="149313"/>
                  <a:pt x="169392" y="152638"/>
                  <a:pt x="170268" y="155809"/>
                </a:cubicBezTo>
                <a:cubicBezTo>
                  <a:pt x="171135" y="158972"/>
                  <a:pt x="174136" y="161201"/>
                  <a:pt x="177584" y="161248"/>
                </a:cubicBezTo>
                <a:cubicBezTo>
                  <a:pt x="178936" y="161220"/>
                  <a:pt x="180251" y="160877"/>
                  <a:pt x="181432" y="160267"/>
                </a:cubicBezTo>
                <a:lnTo>
                  <a:pt x="199101" y="150523"/>
                </a:lnTo>
                <a:moveTo>
                  <a:pt x="206168" y="175621"/>
                </a:moveTo>
                <a:lnTo>
                  <a:pt x="185385" y="175621"/>
                </a:lnTo>
                <a:cubicBezTo>
                  <a:pt x="183365" y="175593"/>
                  <a:pt x="181413" y="176345"/>
                  <a:pt x="179984" y="177698"/>
                </a:cubicBezTo>
                <a:cubicBezTo>
                  <a:pt x="178555" y="179050"/>
                  <a:pt x="177765" y="180898"/>
                  <a:pt x="177793" y="182813"/>
                </a:cubicBezTo>
                <a:cubicBezTo>
                  <a:pt x="177765" y="184737"/>
                  <a:pt x="178555" y="186585"/>
                  <a:pt x="179984" y="187956"/>
                </a:cubicBezTo>
                <a:cubicBezTo>
                  <a:pt x="181403" y="189328"/>
                  <a:pt x="183356" y="190099"/>
                  <a:pt x="185385" y="190099"/>
                </a:cubicBezTo>
                <a:lnTo>
                  <a:pt x="206168" y="190099"/>
                </a:lnTo>
                <a:cubicBezTo>
                  <a:pt x="210369" y="190042"/>
                  <a:pt x="213750" y="186794"/>
                  <a:pt x="213750" y="182813"/>
                </a:cubicBezTo>
                <a:cubicBezTo>
                  <a:pt x="213750" y="178841"/>
                  <a:pt x="210350" y="175621"/>
                  <a:pt x="206168" y="175621"/>
                </a:cubicBezTo>
                <a:moveTo>
                  <a:pt x="161067" y="119510"/>
                </a:moveTo>
                <a:lnTo>
                  <a:pt x="116595" y="161543"/>
                </a:lnTo>
                <a:cubicBezTo>
                  <a:pt x="112290" y="166096"/>
                  <a:pt x="109766" y="171897"/>
                  <a:pt x="109423" y="177984"/>
                </a:cubicBezTo>
                <a:lnTo>
                  <a:pt x="109423" y="182813"/>
                </a:lnTo>
                <a:cubicBezTo>
                  <a:pt x="109232" y="185318"/>
                  <a:pt x="110356" y="187747"/>
                  <a:pt x="112442" y="189309"/>
                </a:cubicBezTo>
                <a:cubicBezTo>
                  <a:pt x="114519" y="190861"/>
                  <a:pt x="117281" y="191347"/>
                  <a:pt x="119814" y="190585"/>
                </a:cubicBezTo>
                <a:lnTo>
                  <a:pt x="125320" y="189509"/>
                </a:lnTo>
                <a:cubicBezTo>
                  <a:pt x="131378" y="188033"/>
                  <a:pt x="136417" y="184061"/>
                  <a:pt x="139036" y="178679"/>
                </a:cubicBezTo>
                <a:lnTo>
                  <a:pt x="163563" y="120786"/>
                </a:lnTo>
                <a:cubicBezTo>
                  <a:pt x="163887" y="120348"/>
                  <a:pt x="163887" y="119757"/>
                  <a:pt x="163563" y="119310"/>
                </a:cubicBezTo>
                <a:cubicBezTo>
                  <a:pt x="163506" y="118662"/>
                  <a:pt x="162896" y="118176"/>
                  <a:pt x="162210" y="118233"/>
                </a:cubicBezTo>
                <a:cubicBezTo>
                  <a:pt x="161524" y="118281"/>
                  <a:pt x="161010" y="118862"/>
                  <a:pt x="161067" y="119510"/>
                </a:cubicBezTo>
                <a:moveTo>
                  <a:pt x="249393" y="28946"/>
                </a:moveTo>
                <a:cubicBezTo>
                  <a:pt x="249393" y="12954"/>
                  <a:pt x="235715" y="0"/>
                  <a:pt x="218846" y="0"/>
                </a:cubicBezTo>
                <a:lnTo>
                  <a:pt x="30546" y="0"/>
                </a:lnTo>
                <a:cubicBezTo>
                  <a:pt x="13677" y="0"/>
                  <a:pt x="0" y="12954"/>
                  <a:pt x="0" y="28946"/>
                </a:cubicBezTo>
                <a:lnTo>
                  <a:pt x="0" y="207321"/>
                </a:lnTo>
                <a:cubicBezTo>
                  <a:pt x="0" y="223304"/>
                  <a:pt x="13677" y="236267"/>
                  <a:pt x="30546" y="236267"/>
                </a:cubicBezTo>
                <a:lnTo>
                  <a:pt x="218846" y="236267"/>
                </a:lnTo>
                <a:cubicBezTo>
                  <a:pt x="235715" y="236267"/>
                  <a:pt x="249393" y="223304"/>
                  <a:pt x="249393" y="207321"/>
                </a:cubicBezTo>
                <a:lnTo>
                  <a:pt x="249393" y="28946"/>
                </a:lnTo>
                <a:moveTo>
                  <a:pt x="20783" y="28946"/>
                </a:moveTo>
                <a:cubicBezTo>
                  <a:pt x="20783" y="23507"/>
                  <a:pt x="25431" y="19097"/>
                  <a:pt x="31175" y="19097"/>
                </a:cubicBezTo>
                <a:lnTo>
                  <a:pt x="75333" y="19097"/>
                </a:lnTo>
                <a:cubicBezTo>
                  <a:pt x="76771" y="19097"/>
                  <a:pt x="77933" y="20202"/>
                  <a:pt x="77933" y="21555"/>
                </a:cubicBezTo>
                <a:lnTo>
                  <a:pt x="77933" y="51092"/>
                </a:lnTo>
                <a:cubicBezTo>
                  <a:pt x="77933" y="52454"/>
                  <a:pt x="76771" y="53549"/>
                  <a:pt x="75333" y="53549"/>
                </a:cubicBezTo>
                <a:lnTo>
                  <a:pt x="23383" y="53549"/>
                </a:lnTo>
                <a:cubicBezTo>
                  <a:pt x="22155" y="53587"/>
                  <a:pt x="21078" y="52806"/>
                  <a:pt x="20783" y="51682"/>
                </a:cubicBezTo>
                <a:lnTo>
                  <a:pt x="20783" y="28946"/>
                </a:lnTo>
                <a:moveTo>
                  <a:pt x="228609" y="207321"/>
                </a:moveTo>
                <a:cubicBezTo>
                  <a:pt x="228609" y="212759"/>
                  <a:pt x="223961" y="217170"/>
                  <a:pt x="218217" y="217170"/>
                </a:cubicBezTo>
                <a:lnTo>
                  <a:pt x="30546" y="217170"/>
                </a:lnTo>
                <a:cubicBezTo>
                  <a:pt x="24812" y="217170"/>
                  <a:pt x="20154" y="212759"/>
                  <a:pt x="20154" y="207321"/>
                </a:cubicBezTo>
                <a:lnTo>
                  <a:pt x="20154" y="76295"/>
                </a:lnTo>
                <a:cubicBezTo>
                  <a:pt x="20154" y="74933"/>
                  <a:pt x="21326" y="73837"/>
                  <a:pt x="22755" y="73837"/>
                </a:cubicBezTo>
                <a:lnTo>
                  <a:pt x="226428" y="73837"/>
                </a:lnTo>
                <a:cubicBezTo>
                  <a:pt x="227866" y="73837"/>
                  <a:pt x="229028" y="74933"/>
                  <a:pt x="229028" y="76295"/>
                </a:cubicBezTo>
                <a:lnTo>
                  <a:pt x="229028" y="207321"/>
                </a:lnTo>
                <a:moveTo>
                  <a:pt x="228609" y="51682"/>
                </a:moveTo>
                <a:cubicBezTo>
                  <a:pt x="228609" y="53044"/>
                  <a:pt x="227447" y="54140"/>
                  <a:pt x="226009" y="54140"/>
                </a:cubicBezTo>
                <a:lnTo>
                  <a:pt x="101317" y="54140"/>
                </a:lnTo>
                <a:cubicBezTo>
                  <a:pt x="99879" y="54140"/>
                  <a:pt x="98717" y="53044"/>
                  <a:pt x="98717" y="51682"/>
                </a:cubicBezTo>
                <a:lnTo>
                  <a:pt x="98717" y="22145"/>
                </a:lnTo>
                <a:cubicBezTo>
                  <a:pt x="98717" y="20793"/>
                  <a:pt x="99879" y="19688"/>
                  <a:pt x="101317" y="19688"/>
                </a:cubicBezTo>
                <a:lnTo>
                  <a:pt x="218846" y="19688"/>
                </a:lnTo>
                <a:cubicBezTo>
                  <a:pt x="224580" y="19688"/>
                  <a:pt x="229228" y="24098"/>
                  <a:pt x="229228" y="29537"/>
                </a:cubicBezTo>
                <a:lnTo>
                  <a:pt x="228609" y="51682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10726" y="2940960"/>
            <a:ext cx="250088" cy="236267"/>
          </a:xfrm>
          <a:custGeom>
            <a:avLst/>
            <a:gdLst/>
            <a:ahLst/>
            <a:cxnLst/>
            <a:rect l="0" t="0" r="0" b="0"/>
            <a:pathLst>
              <a:path w="250088" h="236267">
                <a:moveTo>
                  <a:pt x="20783" y="9848"/>
                </a:moveTo>
                <a:cubicBezTo>
                  <a:pt x="20783" y="4410"/>
                  <a:pt x="16135" y="0"/>
                  <a:pt x="10391" y="0"/>
                </a:cubicBezTo>
                <a:cubicBezTo>
                  <a:pt x="4657" y="0"/>
                  <a:pt x="0" y="4410"/>
                  <a:pt x="0" y="9848"/>
                </a:cubicBezTo>
                <a:lnTo>
                  <a:pt x="0" y="226418"/>
                </a:lnTo>
                <a:cubicBezTo>
                  <a:pt x="0" y="231857"/>
                  <a:pt x="4657" y="236267"/>
                  <a:pt x="10391" y="236267"/>
                </a:cubicBezTo>
                <a:lnTo>
                  <a:pt x="238944" y="236267"/>
                </a:lnTo>
                <a:cubicBezTo>
                  <a:pt x="244678" y="236267"/>
                  <a:pt x="249335" y="231857"/>
                  <a:pt x="249335" y="226418"/>
                </a:cubicBezTo>
                <a:cubicBezTo>
                  <a:pt x="249335" y="220989"/>
                  <a:pt x="244678" y="216579"/>
                  <a:pt x="238944" y="216579"/>
                </a:cubicBezTo>
                <a:lnTo>
                  <a:pt x="20783" y="216579"/>
                </a:lnTo>
                <a:lnTo>
                  <a:pt x="20783" y="214617"/>
                </a:lnTo>
                <a:cubicBezTo>
                  <a:pt x="27936" y="212207"/>
                  <a:pt x="35109" y="208540"/>
                  <a:pt x="41890" y="204635"/>
                </a:cubicBezTo>
                <a:cubicBezTo>
                  <a:pt x="49434" y="200186"/>
                  <a:pt x="56845" y="195548"/>
                  <a:pt x="64112" y="190719"/>
                </a:cubicBezTo>
                <a:cubicBezTo>
                  <a:pt x="66341" y="189261"/>
                  <a:pt x="68541" y="187833"/>
                  <a:pt x="70694" y="186442"/>
                </a:cubicBezTo>
                <a:cubicBezTo>
                  <a:pt x="80152" y="180346"/>
                  <a:pt x="88753" y="175126"/>
                  <a:pt x="96345" y="171840"/>
                </a:cubicBezTo>
                <a:cubicBezTo>
                  <a:pt x="104260" y="168411"/>
                  <a:pt x="108889" y="168087"/>
                  <a:pt x="111404" y="168840"/>
                </a:cubicBezTo>
                <a:cubicBezTo>
                  <a:pt x="116157" y="170268"/>
                  <a:pt x="121748" y="173354"/>
                  <a:pt x="128244" y="177774"/>
                </a:cubicBezTo>
                <a:cubicBezTo>
                  <a:pt x="133064" y="181051"/>
                  <a:pt x="137864" y="184699"/>
                  <a:pt x="142865" y="188499"/>
                </a:cubicBezTo>
                <a:lnTo>
                  <a:pt x="148085" y="192462"/>
                </a:lnTo>
                <a:cubicBezTo>
                  <a:pt x="154752" y="197462"/>
                  <a:pt x="161877" y="202596"/>
                  <a:pt x="168859" y="206206"/>
                </a:cubicBezTo>
                <a:cubicBezTo>
                  <a:pt x="175612" y="209702"/>
                  <a:pt x="184032" y="212740"/>
                  <a:pt x="192757" y="211102"/>
                </a:cubicBezTo>
                <a:cubicBezTo>
                  <a:pt x="200901" y="209578"/>
                  <a:pt x="208111" y="204301"/>
                  <a:pt x="213712" y="199129"/>
                </a:cubicBezTo>
                <a:cubicBezTo>
                  <a:pt x="219589" y="193719"/>
                  <a:pt x="225085" y="187090"/>
                  <a:pt x="229714" y="180879"/>
                </a:cubicBezTo>
                <a:cubicBezTo>
                  <a:pt x="235400" y="173212"/>
                  <a:pt x="240611" y="165239"/>
                  <a:pt x="245335" y="157000"/>
                </a:cubicBezTo>
                <a:lnTo>
                  <a:pt x="236467" y="151818"/>
                </a:lnTo>
                <a:lnTo>
                  <a:pt x="245668" y="156400"/>
                </a:lnTo>
                <a:cubicBezTo>
                  <a:pt x="247497" y="153276"/>
                  <a:pt x="247402" y="149456"/>
                  <a:pt x="245411" y="146427"/>
                </a:cubicBezTo>
                <a:cubicBezTo>
                  <a:pt x="243420" y="143389"/>
                  <a:pt x="239849" y="141617"/>
                  <a:pt x="236086" y="141779"/>
                </a:cubicBezTo>
                <a:cubicBezTo>
                  <a:pt x="232324" y="141951"/>
                  <a:pt x="228942" y="144046"/>
                  <a:pt x="227276" y="147246"/>
                </a:cubicBezTo>
                <a:cubicBezTo>
                  <a:pt x="225799" y="149828"/>
                  <a:pt x="224532" y="151952"/>
                  <a:pt x="223218" y="154057"/>
                </a:cubicBezTo>
                <a:cubicBezTo>
                  <a:pt x="220618" y="158257"/>
                  <a:pt x="216960" y="163849"/>
                  <a:pt x="212731" y="169516"/>
                </a:cubicBezTo>
                <a:cubicBezTo>
                  <a:pt x="208473" y="175240"/>
                  <a:pt x="203806" y="180784"/>
                  <a:pt x="199215" y="185023"/>
                </a:cubicBezTo>
                <a:cubicBezTo>
                  <a:pt x="194329" y="189528"/>
                  <a:pt x="190747" y="191404"/>
                  <a:pt x="188718" y="191785"/>
                </a:cubicBezTo>
                <a:cubicBezTo>
                  <a:pt x="187290" y="192052"/>
                  <a:pt x="184280" y="191757"/>
                  <a:pt x="178812" y="188937"/>
                </a:cubicBezTo>
                <a:cubicBezTo>
                  <a:pt x="173564" y="186213"/>
                  <a:pt x="167678" y="182041"/>
                  <a:pt x="161010" y="177031"/>
                </a:cubicBezTo>
                <a:cubicBezTo>
                  <a:pt x="159400" y="175831"/>
                  <a:pt x="157810" y="174621"/>
                  <a:pt x="156219" y="173402"/>
                </a:cubicBezTo>
                <a:cubicBezTo>
                  <a:pt x="151037" y="169402"/>
                  <a:pt x="145761" y="165525"/>
                  <a:pt x="140369" y="161782"/>
                </a:cubicBezTo>
                <a:cubicBezTo>
                  <a:pt x="133378" y="157019"/>
                  <a:pt x="125634" y="152457"/>
                  <a:pt x="117681" y="150066"/>
                </a:cubicBezTo>
                <a:cubicBezTo>
                  <a:pt x="107489" y="147018"/>
                  <a:pt x="96726" y="150028"/>
                  <a:pt x="87706" y="153933"/>
                </a:cubicBezTo>
                <a:cubicBezTo>
                  <a:pt x="78343" y="157981"/>
                  <a:pt x="68437" y="164087"/>
                  <a:pt x="59016" y="170164"/>
                </a:cubicBezTo>
                <a:lnTo>
                  <a:pt x="51987" y="174717"/>
                </a:lnTo>
                <a:cubicBezTo>
                  <a:pt x="44805" y="179393"/>
                  <a:pt x="37880" y="183918"/>
                  <a:pt x="31108" y="187813"/>
                </a:cubicBezTo>
                <a:cubicBezTo>
                  <a:pt x="27412" y="189938"/>
                  <a:pt x="23974" y="191747"/>
                  <a:pt x="20783" y="193233"/>
                </a:cubicBezTo>
                <a:lnTo>
                  <a:pt x="20783" y="140808"/>
                </a:lnTo>
                <a:cubicBezTo>
                  <a:pt x="34290" y="138198"/>
                  <a:pt x="43843" y="130540"/>
                  <a:pt x="50501" y="120634"/>
                </a:cubicBezTo>
                <a:cubicBezTo>
                  <a:pt x="52959" y="117014"/>
                  <a:pt x="55035" y="113052"/>
                  <a:pt x="56845" y="108937"/>
                </a:cubicBezTo>
                <a:cubicBezTo>
                  <a:pt x="59569" y="111775"/>
                  <a:pt x="62369" y="114509"/>
                  <a:pt x="65189" y="116909"/>
                </a:cubicBezTo>
                <a:cubicBezTo>
                  <a:pt x="71647" y="122424"/>
                  <a:pt x="80162" y="127977"/>
                  <a:pt x="90582" y="127977"/>
                </a:cubicBezTo>
                <a:cubicBezTo>
                  <a:pt x="100822" y="127977"/>
                  <a:pt x="110089" y="122424"/>
                  <a:pt x="117452" y="116814"/>
                </a:cubicBezTo>
                <a:cubicBezTo>
                  <a:pt x="120405" y="114566"/>
                  <a:pt x="123367" y="112061"/>
                  <a:pt x="126291" y="109423"/>
                </a:cubicBezTo>
                <a:cubicBezTo>
                  <a:pt x="128987" y="115633"/>
                  <a:pt x="131883" y="121605"/>
                  <a:pt x="135035" y="126939"/>
                </a:cubicBezTo>
                <a:cubicBezTo>
                  <a:pt x="141836" y="138388"/>
                  <a:pt x="151695" y="150094"/>
                  <a:pt x="166630" y="151952"/>
                </a:cubicBezTo>
                <a:cubicBezTo>
                  <a:pt x="180698" y="153714"/>
                  <a:pt x="192576" y="147351"/>
                  <a:pt x="201749" y="138855"/>
                </a:cubicBezTo>
                <a:cubicBezTo>
                  <a:pt x="208626" y="132492"/>
                  <a:pt x="214664" y="124348"/>
                  <a:pt x="219903" y="115662"/>
                </a:cubicBezTo>
                <a:cubicBezTo>
                  <a:pt x="226466" y="118786"/>
                  <a:pt x="233962" y="119653"/>
                  <a:pt x="241125" y="118119"/>
                </a:cubicBezTo>
                <a:cubicBezTo>
                  <a:pt x="246630" y="116890"/>
                  <a:pt x="250088" y="111718"/>
                  <a:pt x="248897" y="106470"/>
                </a:cubicBezTo>
                <a:cubicBezTo>
                  <a:pt x="247707" y="101231"/>
                  <a:pt x="242315" y="97859"/>
                  <a:pt x="236762" y="98879"/>
                </a:cubicBezTo>
                <a:cubicBezTo>
                  <a:pt x="234029" y="99440"/>
                  <a:pt x="231667" y="99183"/>
                  <a:pt x="229257" y="98088"/>
                </a:cubicBezTo>
                <a:cubicBezTo>
                  <a:pt x="239382" y="76685"/>
                  <a:pt x="246106" y="54340"/>
                  <a:pt x="249002" y="43548"/>
                </a:cubicBezTo>
                <a:cubicBezTo>
                  <a:pt x="250012" y="40109"/>
                  <a:pt x="248973" y="36423"/>
                  <a:pt x="246297" y="33909"/>
                </a:cubicBezTo>
                <a:cubicBezTo>
                  <a:pt x="243611" y="31403"/>
                  <a:pt x="239715" y="30460"/>
                  <a:pt x="236096" y="31461"/>
                </a:cubicBezTo>
                <a:cubicBezTo>
                  <a:pt x="232476" y="32451"/>
                  <a:pt x="229704" y="35223"/>
                  <a:pt x="228857" y="38709"/>
                </a:cubicBezTo>
                <a:cubicBezTo>
                  <a:pt x="224799" y="53711"/>
                  <a:pt x="219684" y="68446"/>
                  <a:pt x="213550" y="82810"/>
                </a:cubicBezTo>
                <a:cubicBezTo>
                  <a:pt x="212845" y="81895"/>
                  <a:pt x="212150" y="80972"/>
                  <a:pt x="211445" y="80057"/>
                </a:cubicBezTo>
                <a:cubicBezTo>
                  <a:pt x="207673" y="75133"/>
                  <a:pt x="203368" y="69522"/>
                  <a:pt x="198739" y="64950"/>
                </a:cubicBezTo>
                <a:cubicBezTo>
                  <a:pt x="193052" y="59369"/>
                  <a:pt x="185480" y="53930"/>
                  <a:pt x="175460" y="52997"/>
                </a:cubicBezTo>
                <a:cubicBezTo>
                  <a:pt x="164877" y="52006"/>
                  <a:pt x="155276" y="57188"/>
                  <a:pt x="147789" y="62579"/>
                </a:cubicBezTo>
                <a:cubicBezTo>
                  <a:pt x="143141" y="66008"/>
                  <a:pt x="138712" y="69694"/>
                  <a:pt x="134540" y="73628"/>
                </a:cubicBezTo>
                <a:cubicBezTo>
                  <a:pt x="130073" y="61550"/>
                  <a:pt x="125387" y="49206"/>
                  <a:pt x="120053" y="39519"/>
                </a:cubicBezTo>
                <a:cubicBezTo>
                  <a:pt x="116957" y="33870"/>
                  <a:pt x="113299" y="28460"/>
                  <a:pt x="108775" y="24355"/>
                </a:cubicBezTo>
                <a:cubicBezTo>
                  <a:pt x="104146" y="20145"/>
                  <a:pt x="98078" y="16840"/>
                  <a:pt x="90582" y="16840"/>
                </a:cubicBezTo>
                <a:cubicBezTo>
                  <a:pt x="82486" y="16840"/>
                  <a:pt x="75514" y="19173"/>
                  <a:pt x="69780" y="23450"/>
                </a:cubicBezTo>
                <a:cubicBezTo>
                  <a:pt x="64227" y="27574"/>
                  <a:pt x="60340" y="33099"/>
                  <a:pt x="57435" y="38804"/>
                </a:cubicBezTo>
                <a:cubicBezTo>
                  <a:pt x="52739" y="48025"/>
                  <a:pt x="49720" y="59645"/>
                  <a:pt x="47005" y="70504"/>
                </a:cubicBezTo>
                <a:cubicBezTo>
                  <a:pt x="45062" y="68970"/>
                  <a:pt x="43043" y="67551"/>
                  <a:pt x="40938" y="66236"/>
                </a:cubicBezTo>
                <a:cubicBezTo>
                  <a:pt x="35080" y="62617"/>
                  <a:pt x="28327" y="59931"/>
                  <a:pt x="20783" y="59550"/>
                </a:cubicBezTo>
                <a:lnTo>
                  <a:pt x="20783" y="9848"/>
                </a:lnTo>
                <a:moveTo>
                  <a:pt x="64160" y="87077"/>
                </a:moveTo>
                <a:cubicBezTo>
                  <a:pt x="65065" y="83581"/>
                  <a:pt x="65960" y="80086"/>
                  <a:pt x="66846" y="76590"/>
                </a:cubicBezTo>
                <a:cubicBezTo>
                  <a:pt x="69780" y="64922"/>
                  <a:pt x="72294" y="54940"/>
                  <a:pt x="76161" y="47358"/>
                </a:cubicBezTo>
                <a:cubicBezTo>
                  <a:pt x="78257" y="43224"/>
                  <a:pt x="80429" y="40557"/>
                  <a:pt x="82600" y="38947"/>
                </a:cubicBezTo>
                <a:cubicBezTo>
                  <a:pt x="84581" y="37480"/>
                  <a:pt x="87001" y="36528"/>
                  <a:pt x="90582" y="36528"/>
                </a:cubicBezTo>
                <a:cubicBezTo>
                  <a:pt x="91154" y="36528"/>
                  <a:pt x="92335" y="36690"/>
                  <a:pt x="94383" y="38557"/>
                </a:cubicBezTo>
                <a:cubicBezTo>
                  <a:pt x="96545" y="40528"/>
                  <a:pt x="98983" y="43786"/>
                  <a:pt x="101622" y="48615"/>
                </a:cubicBezTo>
                <a:cubicBezTo>
                  <a:pt x="106613" y="57702"/>
                  <a:pt x="111128" y="69875"/>
                  <a:pt x="116090" y="83305"/>
                </a:cubicBezTo>
                <a:lnTo>
                  <a:pt x="117062" y="85905"/>
                </a:lnTo>
                <a:lnTo>
                  <a:pt x="118310" y="89249"/>
                </a:lnTo>
                <a:cubicBezTo>
                  <a:pt x="113452" y="93897"/>
                  <a:pt x="108870" y="98088"/>
                  <a:pt x="104422" y="101479"/>
                </a:cubicBezTo>
                <a:cubicBezTo>
                  <a:pt x="97678" y="106613"/>
                  <a:pt x="93240" y="108289"/>
                  <a:pt x="90582" y="108289"/>
                </a:cubicBezTo>
                <a:cubicBezTo>
                  <a:pt x="88096" y="108289"/>
                  <a:pt x="84524" y="106908"/>
                  <a:pt x="79095" y="102279"/>
                </a:cubicBezTo>
                <a:cubicBezTo>
                  <a:pt x="74885" y="98669"/>
                  <a:pt x="70742" y="94202"/>
                  <a:pt x="66046" y="89125"/>
                </a:cubicBezTo>
                <a:lnTo>
                  <a:pt x="64160" y="87077"/>
                </a:lnTo>
                <a:moveTo>
                  <a:pt x="41081" y="92249"/>
                </a:moveTo>
                <a:cubicBezTo>
                  <a:pt x="38842" y="99117"/>
                  <a:pt x="36290" y="105136"/>
                  <a:pt x="32994" y="110042"/>
                </a:cubicBezTo>
                <a:cubicBezTo>
                  <a:pt x="29765" y="114833"/>
                  <a:pt x="25936" y="118376"/>
                  <a:pt x="20783" y="120338"/>
                </a:cubicBezTo>
                <a:lnTo>
                  <a:pt x="20783" y="79314"/>
                </a:lnTo>
                <a:cubicBezTo>
                  <a:pt x="23545" y="79648"/>
                  <a:pt x="26403" y="80762"/>
                  <a:pt x="29575" y="82724"/>
                </a:cubicBezTo>
                <a:cubicBezTo>
                  <a:pt x="33347" y="85058"/>
                  <a:pt x="37109" y="88315"/>
                  <a:pt x="41081" y="92249"/>
                </a:cubicBezTo>
                <a:moveTo>
                  <a:pt x="142293" y="94154"/>
                </a:moveTo>
                <a:cubicBezTo>
                  <a:pt x="148751" y="87887"/>
                  <a:pt x="154724" y="82315"/>
                  <a:pt x="160362" y="78257"/>
                </a:cubicBezTo>
                <a:cubicBezTo>
                  <a:pt x="166973" y="73494"/>
                  <a:pt x="171088" y="72370"/>
                  <a:pt x="173412" y="72580"/>
                </a:cubicBezTo>
                <a:cubicBezTo>
                  <a:pt x="176288" y="72847"/>
                  <a:pt x="179555" y="74475"/>
                  <a:pt x="183775" y="78628"/>
                </a:cubicBezTo>
                <a:cubicBezTo>
                  <a:pt x="187309" y="82095"/>
                  <a:pt x="190557" y="86325"/>
                  <a:pt x="194319" y="91230"/>
                </a:cubicBezTo>
                <a:lnTo>
                  <a:pt x="196938" y="94630"/>
                </a:lnTo>
                <a:cubicBezTo>
                  <a:pt x="199082" y="97431"/>
                  <a:pt x="201320" y="100155"/>
                  <a:pt x="203663" y="102803"/>
                </a:cubicBezTo>
                <a:cubicBezTo>
                  <a:pt x="198548" y="111785"/>
                  <a:pt x="193014" y="119433"/>
                  <a:pt x="187223" y="124777"/>
                </a:cubicBezTo>
                <a:cubicBezTo>
                  <a:pt x="180479" y="131025"/>
                  <a:pt x="174621" y="133092"/>
                  <a:pt x="169335" y="132435"/>
                </a:cubicBezTo>
                <a:cubicBezTo>
                  <a:pt x="164925" y="131883"/>
                  <a:pt x="159467" y="127949"/>
                  <a:pt x="153161" y="117300"/>
                </a:cubicBezTo>
                <a:cubicBezTo>
                  <a:pt x="149266" y="110728"/>
                  <a:pt x="145742" y="102793"/>
                  <a:pt x="142293" y="94154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4161" y="2645630"/>
            <a:ext cx="1647586" cy="1181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384F61"/>
                </a:solidFill>
                <a:latin typeface="Georgia"/>
              </a:rPr>
              <a:t>Tracking Key Performance Indicators.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4162" y="2409365"/>
            <a:ext cx="325640" cy="1575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384F61"/>
                </a:solidFill>
                <a:latin typeface="Georgia"/>
              </a:rPr>
              <a:t>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4162" y="3236297"/>
            <a:ext cx="1658654" cy="1181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384F61"/>
                </a:solidFill>
                <a:latin typeface="Georgia"/>
              </a:rPr>
              <a:t>Making complex data understandable.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4162" y="2015585"/>
            <a:ext cx="1767487" cy="1181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384F61"/>
                </a:solidFill>
                <a:latin typeface="Georgia"/>
              </a:rPr>
              <a:t>Real-time monitoring of business health.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4161" y="1779319"/>
            <a:ext cx="1589246" cy="1575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384F61"/>
                </a:solidFill>
                <a:latin typeface="Georgia"/>
              </a:rPr>
              <a:t>Interactive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4161" y="3590697"/>
            <a:ext cx="1344691" cy="1575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384F61"/>
                </a:solidFill>
                <a:latin typeface="Georgia"/>
              </a:rPr>
              <a:t>Predictive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4162" y="3826963"/>
            <a:ext cx="1124073" cy="1181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384F61"/>
                </a:solidFill>
                <a:latin typeface="Georgia"/>
              </a:rPr>
              <a:t>Forecasting future trends.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165384" y="371475"/>
            <a:ext cx="6813232" cy="800099"/>
            <a:chOff x="1165383" y="371475"/>
            <a:chExt cx="6813232" cy="800099"/>
          </a:xfrm>
        </p:grpSpPr>
        <p:sp>
          <p:nvSpPr>
            <p:cNvPr id="25" name="TextBox 24"/>
            <p:cNvSpPr txBox="1"/>
            <p:nvPr/>
          </p:nvSpPr>
          <p:spPr>
            <a:xfrm>
              <a:off x="1165383" y="371475"/>
              <a:ext cx="6813232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384F61"/>
                  </a:solidFill>
                  <a:latin typeface="Merriweather"/>
                </a:rPr>
                <a:t>Turning Data into Smart Business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65383" y="771524"/>
              <a:ext cx="681323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384F61"/>
                  </a:solidFill>
                  <a:latin typeface="Merriweather"/>
                </a:rPr>
                <a:t>Decisions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394161" y="4181364"/>
            <a:ext cx="1744027" cy="1575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384F61"/>
                </a:solidFill>
                <a:latin typeface="Georgia"/>
              </a:rPr>
              <a:t>Smart Business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4162" y="4417629"/>
            <a:ext cx="1522923" cy="1181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384F61"/>
                </a:solidFill>
                <a:latin typeface="Georgia"/>
              </a:rPr>
              <a:t>The ultimate goal of the ecosystem.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4161" y="3000031"/>
            <a:ext cx="1245279" cy="1575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384F61"/>
                </a:solidFill>
                <a:latin typeface="Georgia"/>
              </a:rPr>
              <a:t>Data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